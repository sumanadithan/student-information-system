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6F8B21-A74A-4E61-951F-734EC5CE9E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FE818D-4104-42FB-9677-410E4A1354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AA38CD2-6ADA-4F7D-9A84-F21F14578C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572724A-A58E-4AC1-BBEA-0DD5A1BE6C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F29AF7F-7AE1-44B6-9DFF-039314C761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8DDF31D-C808-4243-8080-FFE5D8651D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20D6D4C-8B21-450D-AFA0-BB89A0130B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CCC6306-ED4C-4248-9002-EDEB6306D6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88C319E-4926-4121-84BA-156A49435B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6FB4D49-7B53-42C5-A14D-9C305DFFCC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00D5D94-91D0-4F59-A1EA-F5C145CD1C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CE9280-E40C-41A6-B00D-1695BDD285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A5F6B5-8485-495F-AD02-47672039EB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E4AC40-B63A-46C4-8FE9-2840DCEC78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1C3F4A-F3CC-4BD4-9798-573730F95D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78399A-35CA-4392-B901-66A1AE6B6B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69CE75-EB56-4349-9A45-898EED2C61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2A01DD-97A9-4FCF-98DC-08268AF51A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554F99-4EBF-4E18-84E1-9715F348E0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6B8E58-3482-415B-B257-EE126DB9A8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72C869-61EF-471D-B869-5A336DAAA6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A7956C-EC41-4859-8D8E-D96EFDCFCE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51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1913878" h="1076556">
                  <a:moveTo>
                    <a:pt x="0" y="0"/>
                  </a:moveTo>
                  <a:lnTo>
                    <a:pt x="1913878" y="0"/>
                  </a:lnTo>
                  <a:lnTo>
                    <a:pt x="1913878" y="1076556"/>
                  </a:lnTo>
                  <a:lnTo>
                    <a:pt x="0" y="1076556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2"/>
          <p:cNvGrpSpPr/>
          <p:nvPr/>
        </p:nvGrpSpPr>
        <p:grpSpPr>
          <a:xfrm>
            <a:off x="0" y="2176920"/>
            <a:ext cx="4462920" cy="8109000"/>
            <a:chOff x="0" y="2176920"/>
            <a:chExt cx="4462920" cy="8109000"/>
          </a:xfrm>
        </p:grpSpPr>
        <p:sp>
          <p:nvSpPr>
            <p:cNvPr id="53" name="Freeform 3"/>
            <p:cNvSpPr/>
            <p:nvPr/>
          </p:nvSpPr>
          <p:spPr>
            <a:xfrm>
              <a:off x="0" y="2176920"/>
              <a:ext cx="4462920" cy="8109000"/>
            </a:xfrm>
            <a:custGeom>
              <a:avLst/>
              <a:gdLst>
                <a:gd name="textAreaLeft" fmla="*/ 0 w 4462920"/>
                <a:gd name="textAreaRight" fmla="*/ 4464000 w 4462920"/>
                <a:gd name="textAreaTop" fmla="*/ 0 h 8109000"/>
                <a:gd name="textAreaBottom" fmla="*/ 8110080 h 8109000"/>
              </a:gdLst>
              <a:ahLst/>
              <a:rect l="textAreaLeft" t="textAreaTop" r="textAreaRight" b="textAreaBottom"/>
              <a:pathLst>
                <a:path w="691614" h="1256459">
                  <a:moveTo>
                    <a:pt x="0" y="0"/>
                  </a:moveTo>
                  <a:lnTo>
                    <a:pt x="691614" y="0"/>
                  </a:lnTo>
                  <a:lnTo>
                    <a:pt x="691614" y="1256459"/>
                  </a:lnTo>
                  <a:lnTo>
                    <a:pt x="0" y="1256459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" name="Group 4"/>
          <p:cNvGrpSpPr/>
          <p:nvPr/>
        </p:nvGrpSpPr>
        <p:grpSpPr>
          <a:xfrm>
            <a:off x="4464000" y="2176920"/>
            <a:ext cx="4539960" cy="8109000"/>
            <a:chOff x="4464000" y="2176920"/>
            <a:chExt cx="4539960" cy="8109000"/>
          </a:xfrm>
        </p:grpSpPr>
        <p:sp>
          <p:nvSpPr>
            <p:cNvPr id="55" name="Freeform 5"/>
            <p:cNvSpPr/>
            <p:nvPr/>
          </p:nvSpPr>
          <p:spPr>
            <a:xfrm>
              <a:off x="4464000" y="2176920"/>
              <a:ext cx="4539960" cy="8109000"/>
            </a:xfrm>
            <a:custGeom>
              <a:avLst/>
              <a:gdLst>
                <a:gd name="textAreaLeft" fmla="*/ 0 w 4539960"/>
                <a:gd name="textAreaRight" fmla="*/ 4541040 w 4539960"/>
                <a:gd name="textAreaTop" fmla="*/ 0 h 8109000"/>
                <a:gd name="textAreaBottom" fmla="*/ 8110080 h 8109000"/>
              </a:gdLst>
              <a:ahLst/>
              <a:rect l="textAreaLeft" t="textAreaTop" r="textAreaRight" b="textAreaBottom"/>
              <a:pathLst>
                <a:path w="703553" h="1256459">
                  <a:moveTo>
                    <a:pt x="0" y="0"/>
                  </a:moveTo>
                  <a:lnTo>
                    <a:pt x="703553" y="0"/>
                  </a:lnTo>
                  <a:lnTo>
                    <a:pt x="703553" y="1256459"/>
                  </a:lnTo>
                  <a:lnTo>
                    <a:pt x="0" y="1256459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" name="Group 6"/>
          <p:cNvGrpSpPr/>
          <p:nvPr/>
        </p:nvGrpSpPr>
        <p:grpSpPr>
          <a:xfrm>
            <a:off x="9005400" y="2176920"/>
            <a:ext cx="4520880" cy="8109000"/>
            <a:chOff x="9005400" y="2176920"/>
            <a:chExt cx="4520880" cy="8109000"/>
          </a:xfrm>
        </p:grpSpPr>
        <p:sp>
          <p:nvSpPr>
            <p:cNvPr id="57" name="Freeform 7"/>
            <p:cNvSpPr/>
            <p:nvPr/>
          </p:nvSpPr>
          <p:spPr>
            <a:xfrm>
              <a:off x="9005400" y="2176920"/>
              <a:ext cx="4520880" cy="8109000"/>
            </a:xfrm>
            <a:custGeom>
              <a:avLst/>
              <a:gdLst>
                <a:gd name="textAreaLeft" fmla="*/ 0 w 4520880"/>
                <a:gd name="textAreaRight" fmla="*/ 4521960 w 4520880"/>
                <a:gd name="textAreaTop" fmla="*/ 0 h 8109000"/>
                <a:gd name="textAreaBottom" fmla="*/ 8110080 h 8109000"/>
              </a:gdLst>
              <a:ahLst/>
              <a:rect l="textAreaLeft" t="textAreaTop" r="textAreaRight" b="textAreaBottom"/>
              <a:pathLst>
                <a:path w="700568" h="1256459">
                  <a:moveTo>
                    <a:pt x="0" y="0"/>
                  </a:moveTo>
                  <a:lnTo>
                    <a:pt x="700568" y="0"/>
                  </a:lnTo>
                  <a:lnTo>
                    <a:pt x="700568" y="1256459"/>
                  </a:lnTo>
                  <a:lnTo>
                    <a:pt x="0" y="1256459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Group 8"/>
          <p:cNvGrpSpPr/>
          <p:nvPr/>
        </p:nvGrpSpPr>
        <p:grpSpPr>
          <a:xfrm>
            <a:off x="13527360" y="2176920"/>
            <a:ext cx="4759560" cy="8109000"/>
            <a:chOff x="13527360" y="2176920"/>
            <a:chExt cx="4759560" cy="8109000"/>
          </a:xfrm>
        </p:grpSpPr>
        <p:sp>
          <p:nvSpPr>
            <p:cNvPr id="59" name="Freeform 9"/>
            <p:cNvSpPr/>
            <p:nvPr/>
          </p:nvSpPr>
          <p:spPr>
            <a:xfrm>
              <a:off x="13527360" y="2176920"/>
              <a:ext cx="4759560" cy="8109000"/>
            </a:xfrm>
            <a:custGeom>
              <a:avLst/>
              <a:gdLst>
                <a:gd name="textAreaLeft" fmla="*/ 0 w 4759560"/>
                <a:gd name="textAreaRight" fmla="*/ 4760640 w 4759560"/>
                <a:gd name="textAreaTop" fmla="*/ 0 h 8109000"/>
                <a:gd name="textAreaBottom" fmla="*/ 8110080 h 8109000"/>
              </a:gdLst>
              <a:ahLst/>
              <a:rect l="textAreaLeft" t="textAreaTop" r="textAreaRight" b="textAreaBottom"/>
              <a:pathLst>
                <a:path w="737554" h="1256459">
                  <a:moveTo>
                    <a:pt x="0" y="0"/>
                  </a:moveTo>
                  <a:lnTo>
                    <a:pt x="737554" y="0"/>
                  </a:lnTo>
                  <a:lnTo>
                    <a:pt x="737554" y="1256459"/>
                  </a:lnTo>
                  <a:lnTo>
                    <a:pt x="0" y="1256459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0" name="TextBox 10"/>
          <p:cNvSpPr/>
          <p:nvPr/>
        </p:nvSpPr>
        <p:spPr>
          <a:xfrm>
            <a:off x="5283000" y="700200"/>
            <a:ext cx="598248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299"/>
              </a:lnSpc>
            </a:pPr>
            <a:r>
              <a:rPr b="1" lang="en-US" sz="70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IDENTITY </a:t>
            </a:r>
            <a:endParaRPr b="0" lang="en-IN" sz="7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11"/>
          <p:cNvSpPr/>
          <p:nvPr/>
        </p:nvSpPr>
        <p:spPr>
          <a:xfrm>
            <a:off x="10281600" y="700200"/>
            <a:ext cx="324468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299"/>
              </a:lnSpc>
            </a:pPr>
            <a:r>
              <a:rPr b="1" lang="en-US" sz="7000" spc="-1" strike="noStrike">
                <a:solidFill>
                  <a:srgbClr val="37b4be"/>
                </a:solidFill>
                <a:latin typeface="Montserrat Bold"/>
                <a:ea typeface="Montserrat Bold"/>
              </a:rPr>
              <a:t>CARD</a:t>
            </a:r>
            <a:endParaRPr b="0" lang="en-IN" sz="7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63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1913878" h="1076556">
                  <a:moveTo>
                    <a:pt x="0" y="0"/>
                  </a:moveTo>
                  <a:lnTo>
                    <a:pt x="1913878" y="0"/>
                  </a:lnTo>
                  <a:lnTo>
                    <a:pt x="1913878" y="1076556"/>
                  </a:lnTo>
                  <a:lnTo>
                    <a:pt x="0" y="1076556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65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67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69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71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73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184000" y="22320"/>
            <a:ext cx="7919640" cy="1026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76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78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80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82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84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86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88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DAGm8Ejsa78</dc:identifier>
  <dc:language>en-IN</dc:language>
  <cp:lastModifiedBy/>
  <cp:lastPrinted>2025-05-13T13:41:29Z</cp:lastPrinted>
  <dcterms:modified xsi:type="dcterms:W3CDTF">2025-05-13T13:42:37Z</dcterms:modified>
  <cp:revision>6</cp:revision>
  <dc:subject/>
  <dc:title>student information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