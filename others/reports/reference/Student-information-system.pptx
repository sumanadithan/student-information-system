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_rels/theme4.xml.rels" ContentType="application/vnd.openxmlformats-package.relationships+xml"/>
  <Override PartName="/ppt/theme/_rels/theme13.xml.rels" ContentType="application/vnd.openxmlformats-package.relationships+xml"/>
  <Override PartName="/ppt/theme/_rels/theme3.xml.rels" ContentType="application/vnd.openxmlformats-package.relationships+xml"/>
  <Override PartName="/ppt/theme/_rels/theme12.xml.rels" ContentType="application/vnd.openxmlformats-package.relationships+xml"/>
  <Override PartName="/ppt/theme/_rels/theme10.xml.rels" ContentType="application/vnd.openxmlformats-package.relationships+xml"/>
  <Override PartName="/ppt/theme/_rels/theme1.xml.rels" ContentType="application/vnd.openxmlformats-package.relationships+xml"/>
  <Override PartName="/ppt/theme/_rels/theme9.xml.rels" ContentType="application/vnd.openxmlformats-package.relationships+xml"/>
  <Override PartName="/ppt/theme/_rels/theme8.xml.rels" ContentType="application/vnd.openxmlformats-package.relationships+xml"/>
  <Override PartName="/ppt/theme/_rels/theme17.xml.rels" ContentType="application/vnd.openxmlformats-package.relationships+xml"/>
  <Override PartName="/ppt/theme/_rels/theme7.xml.rels" ContentType="application/vnd.openxmlformats-package.relationships+xml"/>
  <Override PartName="/ppt/theme/_rels/theme16.xml.rels" ContentType="application/vnd.openxmlformats-package.relationships+xml"/>
  <Override PartName="/ppt/theme/_rels/theme15.xml.rels" ContentType="application/vnd.openxmlformats-package.relationships+xml"/>
  <Override PartName="/ppt/theme/_rels/theme6.xml.rels" ContentType="application/vnd.openxmlformats-package.relationships+xml"/>
  <Override PartName="/ppt/theme/_rels/theme14.xml.rels" ContentType="application/vnd.openxmlformats-package.relationships+xml"/>
  <Override PartName="/ppt/theme/_rels/theme5.xml.rels" ContentType="application/vnd.openxmlformats-package.relationships+xml"/>
  <Override PartName="/ppt/theme/_rels/theme11.xml.rels" ContentType="application/vnd.openxmlformats-package.relationships+xml"/>
  <Override PartName="/ppt/theme/_rels/theme2.xml.rels" ContentType="application/vnd.openxmlformats-package.relationships+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_rels/presentation.xml.rels" ContentType="application/vnd.openxmlformats-package.relationships+xml"/>
  <Override PartName="/ppt/media/image1.jpeg" ContentType="image/jpeg"/>
  <Override PartName="/ppt/media/image10.png" ContentType="image/png"/>
  <Override PartName="/ppt/media/image6.png" ContentType="image/png"/>
  <Override PartName="/ppt/media/image3.jpeg" ContentType="image/jpeg"/>
  <Override PartName="/ppt/media/image14.png" ContentType="image/png"/>
  <Override PartName="/ppt/media/image5.png" ContentType="image/png"/>
  <Override PartName="/ppt/media/image7.png" ContentType="image/png"/>
  <Override PartName="/ppt/media/image2.png" ContentType="image/png"/>
  <Override PartName="/ppt/media/image11.png" ContentType="image/png"/>
  <Override PartName="/ppt/media/image8.png" ContentType="image/png"/>
  <Override PartName="/ppt/media/image12.png" ContentType="image/png"/>
  <Override PartName="/ppt/media/image9.png" ContentType="image/png"/>
  <Override PartName="/ppt/media/image13.png" ContentType="image/png"/>
  <Override PartName="/ppt/media/image4.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8" name="PlaceHolder 1"/>
          <p:cNvSpPr>
            <a:spLocks noGrp="1"/>
          </p:cNvSpPr>
          <p:nvPr>
            <p:ph type="title"/>
          </p:nvPr>
        </p:nvSpPr>
        <p:spPr>
          <a:xfrm>
            <a:off x="1484280" y="685800"/>
            <a:ext cx="10018440" cy="1752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19" name="PlaceHolder 2"/>
          <p:cNvSpPr>
            <a:spLocks noGrp="1"/>
          </p:cNvSpPr>
          <p:nvPr>
            <p:ph type="subTitle"/>
          </p:nvPr>
        </p:nvSpPr>
        <p:spPr>
          <a:xfrm>
            <a:off x="1484280" y="2666880"/>
            <a:ext cx="10018440" cy="312372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40E5F02-669F-4F26-9361-94724D959774}"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15FF36F-C808-4B73-9E1A-2CF7498CD7A6}"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1020BD7-5DE3-4F5D-9A90-2A944A0B8EB8}"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7EBDD64-02E4-404F-998F-CAA12F11AAA0}" type="slidenum">
              <a:t>&lt;#&gt;</a:t>
            </a:fld>
          </a:p>
        </p:txBody>
      </p:sp>
      <p:sp>
        <p:nvSpPr>
          <p:cNvPr id="4" name="PlaceHolder 3"/>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E5AE776-CD40-477F-B8E2-67069B690509}"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0E985DE-C35B-4DF9-9B4D-97D5ACED0713}" type="slidenum">
              <a:t>&lt;#&gt;</a:t>
            </a:fld>
          </a:p>
        </p:txBody>
      </p:sp>
      <p:sp>
        <p:nvSpPr>
          <p:cNvPr id="4" name="PlaceHolder 3"/>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1C47F89F-AA41-4EEF-AFDE-6AFA3BF8D14C}"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1BF46BF3-A403-48F4-B5BF-2DB2C237C340}" type="slidenum">
              <a:t>&lt;#&gt;</a:t>
            </a:fld>
          </a:p>
        </p:txBody>
      </p:sp>
      <p:sp>
        <p:nvSpPr>
          <p:cNvPr id="4" name="PlaceHolder 3"/>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DD0D48D0-91E9-4269-8786-F73D1474502F}" type="slidenum">
              <a:t>&lt;#&gt;</a:t>
            </a:fld>
          </a:p>
        </p:txBody>
      </p:sp>
      <p:sp>
        <p:nvSpPr>
          <p:cNvPr id="4" name="PlaceHolder 3"/>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1484280" y="685800"/>
            <a:ext cx="10018440" cy="1752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137" name="PlaceHolder 2"/>
          <p:cNvSpPr>
            <a:spLocks noGrp="1"/>
          </p:cNvSpPr>
          <p:nvPr>
            <p:ph/>
          </p:nvPr>
        </p:nvSpPr>
        <p:spPr>
          <a:xfrm>
            <a:off x="1484280" y="2666880"/>
            <a:ext cx="10018440" cy="3123720"/>
          </a:xfrm>
          <a:prstGeom prst="rect">
            <a:avLst/>
          </a:prstGeom>
          <a:noFill/>
          <a:ln w="0">
            <a:noFill/>
          </a:ln>
        </p:spPr>
        <p:txBody>
          <a:bodyPr lIns="0" rIns="0" tIns="0" bIns="0" anchor="t">
            <a:normAutofit/>
          </a:bodyPr>
          <a:p>
            <a:pPr indent="0">
              <a:spcBef>
                <a:spcPts val="1417"/>
              </a:spcBef>
              <a:buNone/>
            </a:pPr>
            <a:endParaRPr b="0" lang="en-US" sz="2400" spc="-1" strike="noStrike">
              <a:solidFill>
                <a:schemeClr val="dk1"/>
              </a:solidFill>
              <a:latin typeface="Corbel"/>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C3241B7D-E30E-42D5-AE03-4DC5B5B9B203}" type="slidenum">
              <a:t>&lt;#&gt;</a:t>
            </a:fld>
          </a:p>
        </p:txBody>
      </p:sp>
      <p:sp>
        <p:nvSpPr>
          <p:cNvPr id="6" name="PlaceHolder 5"/>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AAE77F87-92A3-4639-910A-2889B18F47ED}" type="slidenum">
              <a:t>&lt;#&gt;</a:t>
            </a:fld>
          </a:p>
        </p:txBody>
      </p:sp>
      <p:sp>
        <p:nvSpPr>
          <p:cNvPr id="4" name="PlaceHolder 3"/>
          <p:cNvSpPr>
            <a:spLocks noGrp="1"/>
          </p:cNvSpPr>
          <p:nvPr>
            <p:ph type="dt" idx="3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1484280" y="685800"/>
            <a:ext cx="10018440" cy="1752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164" name="PlaceHolder 2"/>
          <p:cNvSpPr>
            <a:spLocks noGrp="1"/>
          </p:cNvSpPr>
          <p:nvPr>
            <p:ph/>
          </p:nvPr>
        </p:nvSpPr>
        <p:spPr>
          <a:xfrm>
            <a:off x="1484280" y="2666880"/>
            <a:ext cx="4888800" cy="3123720"/>
          </a:xfrm>
          <a:prstGeom prst="rect">
            <a:avLst/>
          </a:prstGeom>
          <a:noFill/>
          <a:ln w="0">
            <a:noFill/>
          </a:ln>
        </p:spPr>
        <p:txBody>
          <a:bodyPr lIns="0" rIns="0" tIns="0" bIns="0" anchor="t">
            <a:normAutofit/>
          </a:bodyPr>
          <a:p>
            <a:pPr indent="0">
              <a:spcBef>
                <a:spcPts val="1417"/>
              </a:spcBef>
              <a:buNone/>
            </a:pPr>
            <a:endParaRPr b="0" lang="en-US" sz="2400" spc="-1" strike="noStrike">
              <a:solidFill>
                <a:schemeClr val="dk1"/>
              </a:solidFill>
              <a:latin typeface="Corbel"/>
            </a:endParaRPr>
          </a:p>
        </p:txBody>
      </p:sp>
      <p:sp>
        <p:nvSpPr>
          <p:cNvPr id="165" name="PlaceHolder 3"/>
          <p:cNvSpPr>
            <a:spLocks noGrp="1"/>
          </p:cNvSpPr>
          <p:nvPr>
            <p:ph/>
          </p:nvPr>
        </p:nvSpPr>
        <p:spPr>
          <a:xfrm>
            <a:off x="6617880" y="2666880"/>
            <a:ext cx="4888800" cy="3123720"/>
          </a:xfrm>
          <a:prstGeom prst="rect">
            <a:avLst/>
          </a:prstGeom>
          <a:noFill/>
          <a:ln w="0">
            <a:noFill/>
          </a:ln>
        </p:spPr>
        <p:txBody>
          <a:bodyPr lIns="0" rIns="0" tIns="0" bIns="0" anchor="t">
            <a:normAutofit/>
          </a:bodyPr>
          <a:p>
            <a:pPr indent="0">
              <a:spcBef>
                <a:spcPts val="1417"/>
              </a:spcBef>
              <a:buNone/>
            </a:pPr>
            <a:endParaRPr b="0" lang="en-US" sz="2400" spc="-1" strike="noStrike">
              <a:solidFill>
                <a:schemeClr val="dk1"/>
              </a:solidFill>
              <a:latin typeface="Corbel"/>
            </a:endParaRPr>
          </a:p>
        </p:txBody>
      </p:sp>
      <p:sp>
        <p:nvSpPr>
          <p:cNvPr id="5" name="PlaceHolder 4"/>
          <p:cNvSpPr>
            <a:spLocks noGrp="1"/>
          </p:cNvSpPr>
          <p:nvPr>
            <p:ph type="ftr" idx="35"/>
          </p:nvPr>
        </p:nvSpPr>
        <p:spPr/>
        <p:txBody>
          <a:bodyPr/>
          <a:p>
            <a:r>
              <a:t>Footer</a:t>
            </a:r>
          </a:p>
        </p:txBody>
      </p:sp>
      <p:sp>
        <p:nvSpPr>
          <p:cNvPr id="6" name="PlaceHolder 5"/>
          <p:cNvSpPr>
            <a:spLocks noGrp="1"/>
          </p:cNvSpPr>
          <p:nvPr>
            <p:ph type="sldNum" idx="36"/>
          </p:nvPr>
        </p:nvSpPr>
        <p:spPr/>
        <p:txBody>
          <a:bodyPr/>
          <a:p>
            <a:fld id="{CF92793E-65F4-4475-B4B1-B33B86D05573}" type="slidenum">
              <a:t>&lt;#&gt;</a:t>
            </a:fld>
          </a:p>
        </p:txBody>
      </p:sp>
      <p:sp>
        <p:nvSpPr>
          <p:cNvPr id="7" name="PlaceHolder 6"/>
          <p:cNvSpPr>
            <a:spLocks noGrp="1"/>
          </p:cNvSpPr>
          <p:nvPr>
            <p:ph type="dt" idx="34"/>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A008759D-BE7E-4E1A-9A6E-BB542BC11A3C}" type="slidenum">
              <a:t>&lt;#&gt;</a:t>
            </a:fld>
          </a:p>
        </p:txBody>
      </p:sp>
      <p:sp>
        <p:nvSpPr>
          <p:cNvPr id="4" name="PlaceHolder 3"/>
          <p:cNvSpPr>
            <a:spLocks noGrp="1"/>
          </p:cNvSpPr>
          <p:nvPr>
            <p:ph type="dt" idx="37"/>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3" name="PlaceHolder 1"/>
          <p:cNvSpPr>
            <a:spLocks noGrp="1"/>
          </p:cNvSpPr>
          <p:nvPr>
            <p:ph type="title"/>
          </p:nvPr>
        </p:nvSpPr>
        <p:spPr>
          <a:xfrm>
            <a:off x="1484280" y="685800"/>
            <a:ext cx="10018440" cy="1752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3" name="PlaceHolder 2"/>
          <p:cNvSpPr>
            <a:spLocks noGrp="1"/>
          </p:cNvSpPr>
          <p:nvPr>
            <p:ph type="ftr" idx="41"/>
          </p:nvPr>
        </p:nvSpPr>
        <p:spPr/>
        <p:txBody>
          <a:bodyPr/>
          <a:p>
            <a:r>
              <a:t>Footer</a:t>
            </a:r>
          </a:p>
        </p:txBody>
      </p:sp>
      <p:sp>
        <p:nvSpPr>
          <p:cNvPr id="4" name="PlaceHolder 3"/>
          <p:cNvSpPr>
            <a:spLocks noGrp="1"/>
          </p:cNvSpPr>
          <p:nvPr>
            <p:ph type="sldNum" idx="42"/>
          </p:nvPr>
        </p:nvSpPr>
        <p:spPr/>
        <p:txBody>
          <a:bodyPr/>
          <a:p>
            <a:fld id="{50F716FB-7F15-4DAF-9A8B-88F4A1C9CDD1}" type="slidenum">
              <a:t>&lt;#&gt;</a:t>
            </a:fld>
          </a:p>
        </p:txBody>
      </p:sp>
      <p:sp>
        <p:nvSpPr>
          <p:cNvPr id="5" name="PlaceHolder 4"/>
          <p:cNvSpPr>
            <a:spLocks noGrp="1"/>
          </p:cNvSpPr>
          <p:nvPr>
            <p:ph type="dt" idx="40"/>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71AF6F65-2261-4357-9D50-B5497ACCD391}" type="slidenum">
              <a:t>&lt;#&gt;</a:t>
            </a:fld>
          </a:p>
        </p:txBody>
      </p:sp>
      <p:sp>
        <p:nvSpPr>
          <p:cNvPr id="4" name="PlaceHolder 3"/>
          <p:cNvSpPr>
            <a:spLocks noGrp="1"/>
          </p:cNvSpPr>
          <p:nvPr>
            <p:ph type="dt" idx="43"/>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B10EC007-5315-4593-96A1-A71EC748E1CF}" type="slidenum">
              <a:t>&lt;#&gt;</a:t>
            </a:fld>
          </a:p>
        </p:txBody>
      </p:sp>
      <p:sp>
        <p:nvSpPr>
          <p:cNvPr id="4" name="PlaceHolder 3"/>
          <p:cNvSpPr>
            <a:spLocks noGrp="1"/>
          </p:cNvSpPr>
          <p:nvPr>
            <p:ph type="dt" idx="46"/>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p>
            <a:r>
              <a:t>Footer</a:t>
            </a:r>
          </a:p>
        </p:txBody>
      </p:sp>
      <p:sp>
        <p:nvSpPr>
          <p:cNvPr id="3" name="PlaceHolder 2"/>
          <p:cNvSpPr>
            <a:spLocks noGrp="1"/>
          </p:cNvSpPr>
          <p:nvPr>
            <p:ph type="sldNum" idx="51"/>
          </p:nvPr>
        </p:nvSpPr>
        <p:spPr/>
        <p:txBody>
          <a:bodyPr/>
          <a:p>
            <a:fld id="{F3BEB4CC-BD35-473B-A708-926D6E5213E3}" type="slidenum">
              <a:t>&lt;#&gt;</a:t>
            </a:fld>
          </a:p>
        </p:txBody>
      </p:sp>
      <p:sp>
        <p:nvSpPr>
          <p:cNvPr id="4" name="PlaceHolder 3"/>
          <p:cNvSpPr>
            <a:spLocks noGrp="1"/>
          </p:cNvSpPr>
          <p:nvPr>
            <p:ph type="dt" idx="49"/>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2.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2.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2.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2.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2.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2.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2.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2.pn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pn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png"/><Relationship Id="rId3"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0" name="Group 6"/>
          <p:cNvGrpSpPr/>
          <p:nvPr/>
        </p:nvGrpSpPr>
        <p:grpSpPr>
          <a:xfrm>
            <a:off x="150840" y="0"/>
            <a:ext cx="2436480" cy="6857640"/>
            <a:chOff x="150840" y="0"/>
            <a:chExt cx="2436480" cy="6857640"/>
          </a:xfrm>
        </p:grpSpPr>
        <p:sp>
          <p:nvSpPr>
            <p:cNvPr id="1"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4"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5"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grpSp>
        <p:nvGrpSpPr>
          <p:cNvPr id="7" name="Group 18"/>
          <p:cNvGrpSpPr/>
          <p:nvPr/>
        </p:nvGrpSpPr>
        <p:grpSpPr>
          <a:xfrm>
            <a:off x="546120" y="-4680"/>
            <a:ext cx="5014440" cy="6862320"/>
            <a:chOff x="546120" y="-4680"/>
            <a:chExt cx="5014440" cy="6862320"/>
          </a:xfrm>
        </p:grpSpPr>
        <p:sp>
          <p:nvSpPr>
            <p:cNvPr id="8" name="Freeform 6"/>
            <p:cNvSpPr/>
            <p:nvPr/>
          </p:nvSpPr>
          <p:spPr>
            <a:xfrm>
              <a:off x="984240" y="-4680"/>
              <a:ext cx="1063440" cy="2782440"/>
            </a:xfrm>
            <a:custGeom>
              <a:avLst/>
              <a:gdLst>
                <a:gd name="textAreaLeft" fmla="*/ 0 w 1063440"/>
                <a:gd name="textAreaRight" fmla="*/ 1063800 w 1063440"/>
                <a:gd name="textAreaTop" fmla="*/ 0 h 2782440"/>
                <a:gd name="textAreaBottom" fmla="*/ 2782800 h 2782440"/>
              </a:gdLst>
              <a:ahLst/>
              <a:rect l="textAreaLeft" t="textAreaTop" r="textAreaRight" b="textAreaBottom"/>
              <a:pathLst>
                <a:path w="670" h="1753">
                  <a:moveTo>
                    <a:pt x="0" y="1696"/>
                  </a:moveTo>
                  <a:lnTo>
                    <a:pt x="225" y="1753"/>
                  </a:lnTo>
                  <a:lnTo>
                    <a:pt x="670" y="0"/>
                  </a:lnTo>
                  <a:lnTo>
                    <a:pt x="430" y="0"/>
                  </a:lnTo>
                  <a:lnTo>
                    <a:pt x="0" y="1696"/>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9" name="Freeform 7"/>
            <p:cNvSpPr/>
            <p:nvPr/>
          </p:nvSpPr>
          <p:spPr>
            <a:xfrm>
              <a:off x="546120" y="-4680"/>
              <a:ext cx="1034640" cy="2673000"/>
            </a:xfrm>
            <a:custGeom>
              <a:avLst/>
              <a:gdLst>
                <a:gd name="textAreaLeft" fmla="*/ 0 w 1034640"/>
                <a:gd name="textAreaRight" fmla="*/ 1035000 w 1034640"/>
                <a:gd name="textAreaTop" fmla="*/ 0 h 2673000"/>
                <a:gd name="textAreaBottom" fmla="*/ 2673360 h 2673000"/>
              </a:gdLst>
              <a:ahLst/>
              <a:rect l="textAreaLeft" t="textAreaTop" r="textAreaRight" b="textAreaBottom"/>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0" name="Freeform 9"/>
            <p:cNvSpPr/>
            <p:nvPr/>
          </p:nvSpPr>
          <p:spPr>
            <a:xfrm>
              <a:off x="546120" y="2583000"/>
              <a:ext cx="2693520" cy="4274640"/>
            </a:xfrm>
            <a:custGeom>
              <a:avLst/>
              <a:gdLst>
                <a:gd name="textAreaLeft" fmla="*/ 0 w 2693520"/>
                <a:gd name="textAreaRight" fmla="*/ 2693880 w 2693520"/>
                <a:gd name="textAreaTop" fmla="*/ 0 h 4274640"/>
                <a:gd name="textAreaBottom" fmla="*/ 4275000 h 4274640"/>
              </a:gdLst>
              <a:ahLst/>
              <a:rect l="textAreaLeft" t="textAreaTop" r="textAreaRight" b="textAreaBottom"/>
              <a:pathLst>
                <a:path w="1697" h="2693">
                  <a:moveTo>
                    <a:pt x="0" y="0"/>
                  </a:moveTo>
                  <a:lnTo>
                    <a:pt x="1622" y="2693"/>
                  </a:lnTo>
                  <a:lnTo>
                    <a:pt x="1697" y="2693"/>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1" name="Freeform 10"/>
            <p:cNvSpPr/>
            <p:nvPr/>
          </p:nvSpPr>
          <p:spPr>
            <a:xfrm>
              <a:off x="988920" y="2692440"/>
              <a:ext cx="3331800" cy="4165200"/>
            </a:xfrm>
            <a:custGeom>
              <a:avLst/>
              <a:gdLst>
                <a:gd name="textAreaLeft" fmla="*/ 0 w 3331800"/>
                <a:gd name="textAreaRight" fmla="*/ 3332160 w 3331800"/>
                <a:gd name="textAreaTop" fmla="*/ 0 h 4165200"/>
                <a:gd name="textAreaBottom" fmla="*/ 4165560 h 4165200"/>
              </a:gdLst>
              <a:ahLst/>
              <a:rect l="textAreaLeft" t="textAreaTop" r="textAreaRight" b="textAreaBottom"/>
              <a:pathLst>
                <a:path w="2099" h="2624">
                  <a:moveTo>
                    <a:pt x="2099" y="2624"/>
                  </a:moveTo>
                  <a:lnTo>
                    <a:pt x="0" y="0"/>
                  </a:lnTo>
                  <a:lnTo>
                    <a:pt x="2021" y="2624"/>
                  </a:lnTo>
                  <a:lnTo>
                    <a:pt x="2099" y="2624"/>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2" name="Freeform 11"/>
            <p:cNvSpPr/>
            <p:nvPr/>
          </p:nvSpPr>
          <p:spPr>
            <a:xfrm>
              <a:off x="984240" y="2687760"/>
              <a:ext cx="4576320" cy="4169880"/>
            </a:xfrm>
            <a:custGeom>
              <a:avLst/>
              <a:gdLst>
                <a:gd name="textAreaLeft" fmla="*/ 0 w 4576320"/>
                <a:gd name="textAreaRight" fmla="*/ 4576680 w 4576320"/>
                <a:gd name="textAreaTop" fmla="*/ 0 h 4169880"/>
                <a:gd name="textAreaBottom" fmla="*/ 4170240 h 4169880"/>
              </a:gdLst>
              <a:ahLst/>
              <a:rect l="textAreaLeft" t="textAreaTop" r="textAreaRight" b="textAreaBottom"/>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3" name="Freeform 12"/>
            <p:cNvSpPr/>
            <p:nvPr/>
          </p:nvSpPr>
          <p:spPr>
            <a:xfrm>
              <a:off x="546120" y="2577960"/>
              <a:ext cx="3584160" cy="4279680"/>
            </a:xfrm>
            <a:custGeom>
              <a:avLst/>
              <a:gdLst>
                <a:gd name="textAreaLeft" fmla="*/ 0 w 3584160"/>
                <a:gd name="textAreaRight" fmla="*/ 3584520 w 3584160"/>
                <a:gd name="textAreaTop" fmla="*/ 0 h 4279680"/>
                <a:gd name="textAreaBottom" fmla="*/ 4280040 h 4279680"/>
              </a:gdLst>
              <a:ahLst/>
              <a:rect l="textAreaLeft" t="textAreaTop" r="textAreaRight" b="textAreaBottom"/>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4" name="PlaceHolder 1"/>
          <p:cNvSpPr>
            <a:spLocks noGrp="1"/>
          </p:cNvSpPr>
          <p:nvPr>
            <p:ph type="title"/>
          </p:nvPr>
        </p:nvSpPr>
        <p:spPr>
          <a:xfrm>
            <a:off x="2928240" y="1380240"/>
            <a:ext cx="8574120" cy="2615760"/>
          </a:xfrm>
          <a:prstGeom prst="rect">
            <a:avLst/>
          </a:prstGeom>
          <a:noFill/>
          <a:ln w="0">
            <a:noFill/>
          </a:ln>
        </p:spPr>
        <p:txBody>
          <a:bodyPr lIns="91440" rIns="91440" tIns="45720" bIns="45720" anchor="b">
            <a:normAutofit/>
          </a:bodyPr>
          <a:p>
            <a:pPr indent="0" algn="r" defTabSz="457200">
              <a:lnSpc>
                <a:spcPct val="100000"/>
              </a:lnSpc>
              <a:buNone/>
            </a:pPr>
            <a:r>
              <a:rPr b="0" lang="en-US" sz="6000" spc="-1" strike="noStrike">
                <a:solidFill>
                  <a:schemeClr val="dk1"/>
                </a:solidFill>
                <a:latin typeface="Corbel"/>
              </a:rPr>
              <a:t>Click to edit Master title style</a:t>
            </a:r>
            <a:endParaRPr b="0" lang="en-US" sz="6000" spc="-1" strike="noStrike">
              <a:solidFill>
                <a:schemeClr val="dk1"/>
              </a:solidFill>
              <a:latin typeface="Corbel"/>
            </a:endParaRPr>
          </a:p>
        </p:txBody>
      </p:sp>
      <p:sp>
        <p:nvSpPr>
          <p:cNvPr id="15" name="PlaceHolder 2"/>
          <p:cNvSpPr>
            <a:spLocks noGrp="1"/>
          </p:cNvSpPr>
          <p:nvPr>
            <p:ph type="dt" idx="1"/>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6" name="PlaceHolder 3"/>
          <p:cNvSpPr>
            <a:spLocks noGrp="1"/>
          </p:cNvSpPr>
          <p:nvPr>
            <p:ph type="ftr" idx="2"/>
          </p:nvPr>
        </p:nvSpPr>
        <p:spPr>
          <a:xfrm>
            <a:off x="5332320" y="5883120"/>
            <a:ext cx="432360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7" name="PlaceHolder 4"/>
          <p:cNvSpPr>
            <a:spLocks noGrp="1"/>
          </p:cNvSpPr>
          <p:nvPr>
            <p:ph type="sldNum" idx="3"/>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84D90AB5-07F6-4DA0-B693-2272EAB1297F}"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20" name="Group 6"/>
          <p:cNvGrpSpPr/>
          <p:nvPr/>
        </p:nvGrpSpPr>
        <p:grpSpPr>
          <a:xfrm>
            <a:off x="150840" y="0"/>
            <a:ext cx="2436480" cy="6857640"/>
            <a:chOff x="150840" y="0"/>
            <a:chExt cx="2436480" cy="6857640"/>
          </a:xfrm>
        </p:grpSpPr>
        <p:sp>
          <p:nvSpPr>
            <p:cNvPr id="21"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3"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4"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5"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6"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27" name="PlaceHolder 1"/>
          <p:cNvSpPr>
            <a:spLocks noGrp="1"/>
          </p:cNvSpPr>
          <p:nvPr>
            <p:ph type="title"/>
          </p:nvPr>
        </p:nvSpPr>
        <p:spPr>
          <a:xfrm>
            <a:off x="1484280" y="4732920"/>
            <a:ext cx="10018440" cy="566280"/>
          </a:xfrm>
          <a:prstGeom prst="rect">
            <a:avLst/>
          </a:prstGeom>
          <a:noFill/>
          <a:ln w="0">
            <a:noFill/>
          </a:ln>
        </p:spPr>
        <p:txBody>
          <a:bodyPr lIns="91440" rIns="91440" tIns="45720" bIns="45720" anchor="b">
            <a:normAutofit/>
          </a:bodyPr>
          <a:p>
            <a:pPr indent="0" algn="ctr" defTabSz="457200">
              <a:lnSpc>
                <a:spcPct val="100000"/>
              </a:lnSpc>
              <a:buNone/>
            </a:pPr>
            <a:r>
              <a:rPr b="0" lang="en-US" sz="2400" spc="-1" strike="noStrike">
                <a:solidFill>
                  <a:schemeClr val="dk1"/>
                </a:solidFill>
                <a:latin typeface="Corbel"/>
              </a:rPr>
              <a:t>Click to edit Master title style</a:t>
            </a:r>
            <a:endParaRPr b="0" lang="en-US" sz="2400" spc="-1" strike="noStrike">
              <a:solidFill>
                <a:schemeClr val="dk1"/>
              </a:solidFill>
              <a:latin typeface="Corbel"/>
            </a:endParaRPr>
          </a:p>
        </p:txBody>
      </p:sp>
      <p:sp>
        <p:nvSpPr>
          <p:cNvPr id="28" name="PlaceHolder 2"/>
          <p:cNvSpPr>
            <a:spLocks noGrp="1"/>
          </p:cNvSpPr>
          <p:nvPr>
            <p:ph type="body"/>
          </p:nvPr>
        </p:nvSpPr>
        <p:spPr>
          <a:xfrm>
            <a:off x="2386080" y="932040"/>
            <a:ext cx="8225640" cy="3164760"/>
          </a:xfrm>
          <a:prstGeom prst="rect">
            <a:avLst/>
          </a:prstGeom>
          <a:noFill/>
          <a:ln w="38160">
            <a:solidFill>
              <a:schemeClr val="lt2"/>
            </a:solidFill>
            <a:round/>
          </a:ln>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Corbel"/>
              </a:rPr>
              <a:t>Click icon to add picture</a:t>
            </a:r>
            <a:endParaRPr b="0" lang="en-US" sz="1600" spc="-1" strike="noStrike">
              <a:solidFill>
                <a:schemeClr val="dk1"/>
              </a:solidFill>
              <a:latin typeface="Corbel"/>
            </a:endParaRPr>
          </a:p>
        </p:txBody>
      </p:sp>
      <p:sp>
        <p:nvSpPr>
          <p:cNvPr id="29" name="PlaceHolder 3"/>
          <p:cNvSpPr>
            <a:spLocks noGrp="1"/>
          </p:cNvSpPr>
          <p:nvPr>
            <p:ph type="body"/>
          </p:nvPr>
        </p:nvSpPr>
        <p:spPr>
          <a:xfrm>
            <a:off x="1484280" y="5299560"/>
            <a:ext cx="10018440" cy="493200"/>
          </a:xfrm>
          <a:prstGeom prst="rect">
            <a:avLst/>
          </a:prstGeom>
          <a:noFill/>
          <a:ln w="0">
            <a:noFill/>
          </a:ln>
        </p:spPr>
        <p:txBody>
          <a:bodyPr lIns="91440" rIns="91440" tIns="45720" bIns="45720" anchor="ctr">
            <a:normAutofit/>
          </a:bodyPr>
          <a:p>
            <a:pPr indent="0" algn="ctr" defTabSz="457200">
              <a:lnSpc>
                <a:spcPct val="100000"/>
              </a:lnSpc>
              <a:spcBef>
                <a:spcPts val="281"/>
              </a:spcBef>
              <a:spcAft>
                <a:spcPts val="601"/>
              </a:spcAft>
              <a:buNone/>
              <a:tabLst>
                <a:tab algn="l" pos="0"/>
              </a:tabLst>
            </a:pPr>
            <a:r>
              <a:rPr b="0" lang="en-US" sz="1400" spc="-1" strike="noStrike">
                <a:solidFill>
                  <a:schemeClr val="dk1"/>
                </a:solidFill>
                <a:latin typeface="Corbel"/>
              </a:rPr>
              <a:t>Edit Master text styles</a:t>
            </a:r>
            <a:endParaRPr b="0" lang="en-US" sz="1400" spc="-1" strike="noStrike">
              <a:solidFill>
                <a:schemeClr val="dk1"/>
              </a:solidFill>
              <a:latin typeface="Corbel"/>
            </a:endParaRPr>
          </a:p>
        </p:txBody>
      </p:sp>
      <p:sp>
        <p:nvSpPr>
          <p:cNvPr id="30" name="PlaceHolder 4"/>
          <p:cNvSpPr>
            <a:spLocks noGrp="1"/>
          </p:cNvSpPr>
          <p:nvPr>
            <p:ph type="dt" idx="4"/>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31" name="PlaceHolder 5"/>
          <p:cNvSpPr>
            <a:spLocks noGrp="1"/>
          </p:cNvSpPr>
          <p:nvPr>
            <p:ph type="ftr" idx="5"/>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2" name="PlaceHolder 6"/>
          <p:cNvSpPr>
            <a:spLocks noGrp="1"/>
          </p:cNvSpPr>
          <p:nvPr>
            <p:ph type="sldNum" idx="6"/>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D32B881D-2CE0-4F3F-A63F-FBB80C484EDA}"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33" name="Group 6"/>
          <p:cNvGrpSpPr/>
          <p:nvPr/>
        </p:nvGrpSpPr>
        <p:grpSpPr>
          <a:xfrm>
            <a:off x="150840" y="0"/>
            <a:ext cx="2436480" cy="6857640"/>
            <a:chOff x="150840" y="0"/>
            <a:chExt cx="2436480" cy="6857640"/>
          </a:xfrm>
        </p:grpSpPr>
        <p:sp>
          <p:nvSpPr>
            <p:cNvPr id="34"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5"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6"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7"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8"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9"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40" name="PlaceHolder 1"/>
          <p:cNvSpPr>
            <a:spLocks noGrp="1"/>
          </p:cNvSpPr>
          <p:nvPr>
            <p:ph type="title"/>
          </p:nvPr>
        </p:nvSpPr>
        <p:spPr>
          <a:xfrm>
            <a:off x="1484280" y="685800"/>
            <a:ext cx="10018440" cy="3047760"/>
          </a:xfrm>
          <a:prstGeom prst="rect">
            <a:avLst/>
          </a:prstGeom>
          <a:noFill/>
          <a:ln w="0">
            <a:noFill/>
          </a:ln>
        </p:spPr>
        <p:txBody>
          <a:bodyPr lIns="91440" rIns="91440" tIns="45720" bIns="45720" anchor="ctr">
            <a:normAutofit/>
          </a:bodyPr>
          <a:p>
            <a:pPr indent="0" algn="ctr" defTabSz="457200">
              <a:lnSpc>
                <a:spcPct val="100000"/>
              </a:lnSpc>
              <a:buNone/>
            </a:pPr>
            <a:r>
              <a:rPr b="0" lang="en-US" sz="3200" spc="-1" strike="noStrike">
                <a:solidFill>
                  <a:schemeClr val="dk1"/>
                </a:solidFill>
                <a:latin typeface="Corbel"/>
              </a:rPr>
              <a:t>Click to edit Master title style</a:t>
            </a:r>
            <a:endParaRPr b="0" lang="en-US" sz="3200" spc="-1" strike="noStrike">
              <a:solidFill>
                <a:schemeClr val="dk1"/>
              </a:solidFill>
              <a:latin typeface="Corbel"/>
            </a:endParaRPr>
          </a:p>
        </p:txBody>
      </p:sp>
      <p:sp>
        <p:nvSpPr>
          <p:cNvPr id="41" name="PlaceHolder 2"/>
          <p:cNvSpPr>
            <a:spLocks noGrp="1"/>
          </p:cNvSpPr>
          <p:nvPr>
            <p:ph type="body"/>
          </p:nvPr>
        </p:nvSpPr>
        <p:spPr>
          <a:xfrm>
            <a:off x="1484280" y="4343400"/>
            <a:ext cx="10018440" cy="1447560"/>
          </a:xfrm>
          <a:prstGeom prst="rect">
            <a:avLst/>
          </a:prstGeom>
          <a:noFill/>
          <a:ln w="0">
            <a:noFill/>
          </a:ln>
        </p:spPr>
        <p:txBody>
          <a:bodyPr lIns="91440" rIns="91440" tIns="45720" bIns="45720" anchor="ctr">
            <a:normAutofit/>
          </a:bodyPr>
          <a:p>
            <a:pPr indent="0" algn="ctr" defTabSz="457200">
              <a:lnSpc>
                <a:spcPct val="100000"/>
              </a:lnSpc>
              <a:spcBef>
                <a:spcPts val="400"/>
              </a:spcBef>
              <a:spcAft>
                <a:spcPts val="601"/>
              </a:spcAft>
              <a:buNone/>
              <a:tabLst>
                <a:tab algn="l" pos="0"/>
              </a:tabLst>
            </a:pPr>
            <a:r>
              <a:rPr b="0" lang="en-US" sz="2000" spc="-1" strike="noStrike">
                <a:solidFill>
                  <a:schemeClr val="dk1"/>
                </a:solidFill>
                <a:latin typeface="Corbel"/>
              </a:rPr>
              <a:t>Edit Master text styles</a:t>
            </a:r>
            <a:endParaRPr b="0" lang="en-US" sz="2000" spc="-1" strike="noStrike">
              <a:solidFill>
                <a:schemeClr val="dk1"/>
              </a:solidFill>
              <a:latin typeface="Corbel"/>
            </a:endParaRPr>
          </a:p>
        </p:txBody>
      </p:sp>
      <p:sp>
        <p:nvSpPr>
          <p:cNvPr id="42" name="PlaceHolder 3"/>
          <p:cNvSpPr>
            <a:spLocks noGrp="1"/>
          </p:cNvSpPr>
          <p:nvPr>
            <p:ph type="dt" idx="7"/>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43" name="PlaceHolder 4"/>
          <p:cNvSpPr>
            <a:spLocks noGrp="1"/>
          </p:cNvSpPr>
          <p:nvPr>
            <p:ph type="ftr" idx="8"/>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5"/>
          <p:cNvSpPr>
            <a:spLocks noGrp="1"/>
          </p:cNvSpPr>
          <p:nvPr>
            <p:ph type="sldNum" idx="9"/>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592FFB8B-A839-4406-AE13-AAAC00A015E2}"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45" name="Group 6"/>
          <p:cNvGrpSpPr/>
          <p:nvPr/>
        </p:nvGrpSpPr>
        <p:grpSpPr>
          <a:xfrm>
            <a:off x="150840" y="0"/>
            <a:ext cx="2436480" cy="6857640"/>
            <a:chOff x="150840" y="0"/>
            <a:chExt cx="2436480" cy="6857640"/>
          </a:xfrm>
        </p:grpSpPr>
        <p:sp>
          <p:nvSpPr>
            <p:cNvPr id="46"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47"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48"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49"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50"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51"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52" name="TextBox 13"/>
          <p:cNvSpPr/>
          <p:nvPr/>
        </p:nvSpPr>
        <p:spPr>
          <a:xfrm>
            <a:off x="1598760" y="86292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cap="all">
                <a:solidFill>
                  <a:schemeClr val="dk1"/>
                </a:solidFill>
                <a:latin typeface="Corbel"/>
              </a:rPr>
              <a:t>“</a:t>
            </a:r>
            <a:endParaRPr b="0" lang="en-IN" sz="8000" spc="-1" strike="noStrike">
              <a:solidFill>
                <a:srgbClr val="000000"/>
              </a:solidFill>
              <a:latin typeface="Arial"/>
            </a:endParaRPr>
          </a:p>
        </p:txBody>
      </p:sp>
      <p:sp>
        <p:nvSpPr>
          <p:cNvPr id="53" name="TextBox 14"/>
          <p:cNvSpPr/>
          <p:nvPr/>
        </p:nvSpPr>
        <p:spPr>
          <a:xfrm>
            <a:off x="10893600" y="281952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pc="-1" strike="noStrike" cap="all">
                <a:solidFill>
                  <a:schemeClr val="dk1"/>
                </a:solidFill>
                <a:latin typeface="Corbel"/>
              </a:rPr>
              <a:t>”</a:t>
            </a:r>
            <a:endParaRPr b="0" lang="en-IN" sz="8000" spc="-1" strike="noStrike">
              <a:solidFill>
                <a:srgbClr val="000000"/>
              </a:solidFill>
              <a:latin typeface="Arial"/>
            </a:endParaRPr>
          </a:p>
        </p:txBody>
      </p:sp>
      <p:sp>
        <p:nvSpPr>
          <p:cNvPr id="54" name="PlaceHolder 1"/>
          <p:cNvSpPr>
            <a:spLocks noGrp="1"/>
          </p:cNvSpPr>
          <p:nvPr>
            <p:ph type="title"/>
          </p:nvPr>
        </p:nvSpPr>
        <p:spPr>
          <a:xfrm>
            <a:off x="2208240" y="685800"/>
            <a:ext cx="8989560" cy="2742840"/>
          </a:xfrm>
          <a:prstGeom prst="rect">
            <a:avLst/>
          </a:prstGeom>
          <a:noFill/>
          <a:ln w="0">
            <a:noFill/>
          </a:ln>
        </p:spPr>
        <p:txBody>
          <a:bodyPr lIns="91440" rIns="91440" tIns="45720" bIns="45720" anchor="ctr">
            <a:normAutofit/>
          </a:bodyPr>
          <a:p>
            <a:pPr indent="0" algn="ctr" defTabSz="457200">
              <a:lnSpc>
                <a:spcPct val="100000"/>
              </a:lnSpc>
              <a:buNone/>
            </a:pPr>
            <a:r>
              <a:rPr b="0" lang="en-US" sz="3200" spc="-1" strike="noStrike">
                <a:solidFill>
                  <a:schemeClr val="dk1"/>
                </a:solidFill>
                <a:latin typeface="Corbel"/>
              </a:rPr>
              <a:t>Click to edit Master title style</a:t>
            </a:r>
            <a:endParaRPr b="0" lang="en-US" sz="3200" spc="-1" strike="noStrike">
              <a:solidFill>
                <a:schemeClr val="dk1"/>
              </a:solidFill>
              <a:latin typeface="Corbel"/>
            </a:endParaRPr>
          </a:p>
        </p:txBody>
      </p:sp>
      <p:sp>
        <p:nvSpPr>
          <p:cNvPr id="55" name="PlaceHolder 2"/>
          <p:cNvSpPr>
            <a:spLocks noGrp="1"/>
          </p:cNvSpPr>
          <p:nvPr>
            <p:ph type="body"/>
          </p:nvPr>
        </p:nvSpPr>
        <p:spPr>
          <a:xfrm>
            <a:off x="2436840" y="3429000"/>
            <a:ext cx="8532360" cy="380520"/>
          </a:xfrm>
          <a:prstGeom prst="rect">
            <a:avLst/>
          </a:prstGeom>
          <a:noFill/>
          <a:ln w="0">
            <a:noFill/>
          </a:ln>
        </p:spPr>
        <p:txBody>
          <a:bodyPr lIns="91440" rIns="91440" tIns="45720" bIns="45720" anchor="ctr">
            <a:normAutofit/>
          </a:bodyPr>
          <a:p>
            <a:pPr indent="0" defTabSz="457200">
              <a:lnSpc>
                <a:spcPct val="100000"/>
              </a:lnSpc>
              <a:spcBef>
                <a:spcPts val="360"/>
              </a:spcBef>
              <a:spcAft>
                <a:spcPts val="601"/>
              </a:spcAft>
              <a:buNone/>
              <a:tabLst>
                <a:tab algn="l" pos="0"/>
              </a:tabLst>
            </a:pPr>
            <a:r>
              <a:rPr b="0" lang="en-US" sz="1800" spc="-1" strike="noStrike">
                <a:solidFill>
                  <a:schemeClr val="dk1"/>
                </a:solidFill>
                <a:latin typeface="Corbel"/>
              </a:rPr>
              <a:t>Edit Master text styles</a:t>
            </a:r>
            <a:endParaRPr b="0" lang="en-US" sz="1800" spc="-1" strike="noStrike">
              <a:solidFill>
                <a:schemeClr val="dk1"/>
              </a:solidFill>
              <a:latin typeface="Corbel"/>
            </a:endParaRPr>
          </a:p>
        </p:txBody>
      </p:sp>
      <p:sp>
        <p:nvSpPr>
          <p:cNvPr id="56" name="PlaceHolder 3"/>
          <p:cNvSpPr>
            <a:spLocks noGrp="1"/>
          </p:cNvSpPr>
          <p:nvPr>
            <p:ph type="body"/>
          </p:nvPr>
        </p:nvSpPr>
        <p:spPr>
          <a:xfrm>
            <a:off x="1484280" y="4343400"/>
            <a:ext cx="10018440" cy="1447560"/>
          </a:xfrm>
          <a:prstGeom prst="rect">
            <a:avLst/>
          </a:prstGeom>
          <a:noFill/>
          <a:ln w="0">
            <a:noFill/>
          </a:ln>
        </p:spPr>
        <p:txBody>
          <a:bodyPr lIns="91440" rIns="91440" tIns="45720" bIns="45720" anchor="ctr">
            <a:normAutofit/>
          </a:bodyPr>
          <a:p>
            <a:pPr indent="0" algn="ctr" defTabSz="457200">
              <a:lnSpc>
                <a:spcPct val="100000"/>
              </a:lnSpc>
              <a:spcBef>
                <a:spcPts val="400"/>
              </a:spcBef>
              <a:spcAft>
                <a:spcPts val="601"/>
              </a:spcAft>
              <a:buNone/>
              <a:tabLst>
                <a:tab algn="l" pos="0"/>
              </a:tabLst>
            </a:pPr>
            <a:r>
              <a:rPr b="0" lang="en-US" sz="2000" spc="-1" strike="noStrike">
                <a:solidFill>
                  <a:schemeClr val="dk1"/>
                </a:solidFill>
                <a:latin typeface="Corbel"/>
              </a:rPr>
              <a:t>Edit Master text styles</a:t>
            </a:r>
            <a:endParaRPr b="0" lang="en-US" sz="2000" spc="-1" strike="noStrike">
              <a:solidFill>
                <a:schemeClr val="dk1"/>
              </a:solidFill>
              <a:latin typeface="Corbel"/>
            </a:endParaRPr>
          </a:p>
        </p:txBody>
      </p:sp>
      <p:sp>
        <p:nvSpPr>
          <p:cNvPr id="57" name="PlaceHolder 4"/>
          <p:cNvSpPr>
            <a:spLocks noGrp="1"/>
          </p:cNvSpPr>
          <p:nvPr>
            <p:ph type="dt" idx="10"/>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58" name="PlaceHolder 5"/>
          <p:cNvSpPr>
            <a:spLocks noGrp="1"/>
          </p:cNvSpPr>
          <p:nvPr>
            <p:ph type="ftr" idx="11"/>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9" name="PlaceHolder 6"/>
          <p:cNvSpPr>
            <a:spLocks noGrp="1"/>
          </p:cNvSpPr>
          <p:nvPr>
            <p:ph type="sldNum" idx="12"/>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F24D7219-E42C-4912-B9A4-B8079B658493}"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60" name="Group 6"/>
          <p:cNvGrpSpPr/>
          <p:nvPr/>
        </p:nvGrpSpPr>
        <p:grpSpPr>
          <a:xfrm>
            <a:off x="150840" y="0"/>
            <a:ext cx="2436480" cy="6857640"/>
            <a:chOff x="150840" y="0"/>
            <a:chExt cx="2436480" cy="6857640"/>
          </a:xfrm>
        </p:grpSpPr>
        <p:sp>
          <p:nvSpPr>
            <p:cNvPr id="61"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2"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3"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4"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5"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6"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67" name="PlaceHolder 1"/>
          <p:cNvSpPr>
            <a:spLocks noGrp="1"/>
          </p:cNvSpPr>
          <p:nvPr>
            <p:ph type="title"/>
          </p:nvPr>
        </p:nvSpPr>
        <p:spPr>
          <a:xfrm>
            <a:off x="1484280" y="3308760"/>
            <a:ext cx="10018440" cy="1468440"/>
          </a:xfrm>
          <a:prstGeom prst="rect">
            <a:avLst/>
          </a:prstGeom>
          <a:noFill/>
          <a:ln w="0">
            <a:noFill/>
          </a:ln>
        </p:spPr>
        <p:txBody>
          <a:bodyPr lIns="91440" rIns="91440" tIns="45720" bIns="45720" anchor="b">
            <a:normAutofit/>
          </a:bodyPr>
          <a:p>
            <a:pPr indent="0" algn="r" defTabSz="457200">
              <a:lnSpc>
                <a:spcPct val="100000"/>
              </a:lnSpc>
              <a:buNone/>
            </a:pPr>
            <a:r>
              <a:rPr b="0" lang="en-US" sz="3200" spc="-1" strike="noStrike">
                <a:solidFill>
                  <a:schemeClr val="dk1"/>
                </a:solidFill>
                <a:latin typeface="Corbel"/>
              </a:rPr>
              <a:t>Click to edit Master title style</a:t>
            </a:r>
            <a:endParaRPr b="0" lang="en-US" sz="3200" spc="-1" strike="noStrike">
              <a:solidFill>
                <a:schemeClr val="dk1"/>
              </a:solidFill>
              <a:latin typeface="Corbel"/>
            </a:endParaRPr>
          </a:p>
        </p:txBody>
      </p:sp>
      <p:sp>
        <p:nvSpPr>
          <p:cNvPr id="68" name="PlaceHolder 2"/>
          <p:cNvSpPr>
            <a:spLocks noGrp="1"/>
          </p:cNvSpPr>
          <p:nvPr>
            <p:ph type="body"/>
          </p:nvPr>
        </p:nvSpPr>
        <p:spPr>
          <a:xfrm>
            <a:off x="1484280" y="4777560"/>
            <a:ext cx="10018440" cy="860040"/>
          </a:xfrm>
          <a:prstGeom prst="rect">
            <a:avLst/>
          </a:prstGeom>
          <a:noFill/>
          <a:ln w="0">
            <a:noFill/>
          </a:ln>
        </p:spPr>
        <p:txBody>
          <a:bodyPr lIns="91440" rIns="91440" tIns="45720" bIns="45720" anchor="t">
            <a:normAutofit/>
          </a:bodyPr>
          <a:p>
            <a:pPr indent="0" algn="r" defTabSz="457200">
              <a:lnSpc>
                <a:spcPct val="100000"/>
              </a:lnSpc>
              <a:spcBef>
                <a:spcPts val="400"/>
              </a:spcBef>
              <a:spcAft>
                <a:spcPts val="601"/>
              </a:spcAft>
              <a:buNone/>
              <a:tabLst>
                <a:tab algn="l" pos="0"/>
              </a:tabLst>
            </a:pPr>
            <a:r>
              <a:rPr b="0" lang="en-US" sz="2000" spc="-1" strike="noStrike">
                <a:solidFill>
                  <a:schemeClr val="dk1"/>
                </a:solidFill>
                <a:latin typeface="Corbel"/>
              </a:rPr>
              <a:t>Edit Master text styles</a:t>
            </a:r>
            <a:endParaRPr b="0" lang="en-US" sz="2000" spc="-1" strike="noStrike">
              <a:solidFill>
                <a:schemeClr val="dk1"/>
              </a:solidFill>
              <a:latin typeface="Corbel"/>
            </a:endParaRPr>
          </a:p>
        </p:txBody>
      </p:sp>
      <p:sp>
        <p:nvSpPr>
          <p:cNvPr id="69" name="PlaceHolder 3"/>
          <p:cNvSpPr>
            <a:spLocks noGrp="1"/>
          </p:cNvSpPr>
          <p:nvPr>
            <p:ph type="dt" idx="13"/>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70" name="PlaceHolder 4"/>
          <p:cNvSpPr>
            <a:spLocks noGrp="1"/>
          </p:cNvSpPr>
          <p:nvPr>
            <p:ph type="ftr" idx="14"/>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1" name="PlaceHolder 5"/>
          <p:cNvSpPr>
            <a:spLocks noGrp="1"/>
          </p:cNvSpPr>
          <p:nvPr>
            <p:ph type="sldNum" idx="15"/>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39D72772-5BED-4EC1-9530-D6613A855285}"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72" name="Group 6"/>
          <p:cNvGrpSpPr/>
          <p:nvPr/>
        </p:nvGrpSpPr>
        <p:grpSpPr>
          <a:xfrm>
            <a:off x="150840" y="0"/>
            <a:ext cx="2436480" cy="6857640"/>
            <a:chOff x="150840" y="0"/>
            <a:chExt cx="2436480" cy="6857640"/>
          </a:xfrm>
        </p:grpSpPr>
        <p:sp>
          <p:nvSpPr>
            <p:cNvPr id="73"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74"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75"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76"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77"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78"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79" name="TextBox 13"/>
          <p:cNvSpPr/>
          <p:nvPr/>
        </p:nvSpPr>
        <p:spPr>
          <a:xfrm>
            <a:off x="1598760" y="86292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cap="all">
                <a:solidFill>
                  <a:schemeClr val="dk1"/>
                </a:solidFill>
                <a:latin typeface="Corbel"/>
              </a:rPr>
              <a:t>“</a:t>
            </a:r>
            <a:endParaRPr b="0" lang="en-IN" sz="8000" spc="-1" strike="noStrike">
              <a:solidFill>
                <a:srgbClr val="000000"/>
              </a:solidFill>
              <a:latin typeface="Arial"/>
            </a:endParaRPr>
          </a:p>
        </p:txBody>
      </p:sp>
      <p:sp>
        <p:nvSpPr>
          <p:cNvPr id="80" name="TextBox 14"/>
          <p:cNvSpPr/>
          <p:nvPr/>
        </p:nvSpPr>
        <p:spPr>
          <a:xfrm>
            <a:off x="10893600" y="2819520"/>
            <a:ext cx="609120" cy="584280"/>
          </a:xfrm>
          <a:prstGeom prst="rect">
            <a:avLst/>
          </a:prstGeom>
          <a:noFill/>
          <a:ln w="0">
            <a:noFill/>
          </a:ln>
        </p:spPr>
        <p:style>
          <a:lnRef idx="0"/>
          <a:fillRef idx="0"/>
          <a:effectRef idx="0"/>
          <a:fontRef idx="minor"/>
        </p:style>
        <p:txBody>
          <a:bodyPr anchor="ctr">
            <a:noAutofit/>
          </a:bodyPr>
          <a:p>
            <a:pPr algn="r" defTabSz="457200">
              <a:lnSpc>
                <a:spcPct val="100000"/>
              </a:lnSpc>
            </a:pPr>
            <a:r>
              <a:rPr b="0" lang="en-US" sz="8000" spc="-1" strike="noStrike" cap="all">
                <a:solidFill>
                  <a:schemeClr val="dk1"/>
                </a:solidFill>
                <a:latin typeface="Corbel"/>
              </a:rPr>
              <a:t>”</a:t>
            </a:r>
            <a:endParaRPr b="0" lang="en-IN" sz="8000" spc="-1" strike="noStrike">
              <a:solidFill>
                <a:srgbClr val="000000"/>
              </a:solidFill>
              <a:latin typeface="Arial"/>
            </a:endParaRPr>
          </a:p>
        </p:txBody>
      </p:sp>
      <p:sp>
        <p:nvSpPr>
          <p:cNvPr id="81" name="PlaceHolder 1"/>
          <p:cNvSpPr>
            <a:spLocks noGrp="1"/>
          </p:cNvSpPr>
          <p:nvPr>
            <p:ph type="title"/>
          </p:nvPr>
        </p:nvSpPr>
        <p:spPr>
          <a:xfrm>
            <a:off x="2208240" y="685800"/>
            <a:ext cx="8989560" cy="2742840"/>
          </a:xfrm>
          <a:prstGeom prst="rect">
            <a:avLst/>
          </a:prstGeom>
          <a:noFill/>
          <a:ln w="0">
            <a:noFill/>
          </a:ln>
        </p:spPr>
        <p:txBody>
          <a:bodyPr lIns="91440" rIns="91440" tIns="45720" bIns="45720" anchor="ctr">
            <a:normAutofit/>
          </a:bodyPr>
          <a:p>
            <a:pPr indent="0" algn="ctr" defTabSz="457200">
              <a:lnSpc>
                <a:spcPct val="100000"/>
              </a:lnSpc>
              <a:buNone/>
            </a:pPr>
            <a:r>
              <a:rPr b="0" lang="en-US" sz="3200" spc="-1" strike="noStrike">
                <a:solidFill>
                  <a:schemeClr val="dk1"/>
                </a:solidFill>
                <a:latin typeface="Corbel"/>
              </a:rPr>
              <a:t>Click to edit Master title style</a:t>
            </a:r>
            <a:endParaRPr b="0" lang="en-US" sz="3200" spc="-1" strike="noStrike">
              <a:solidFill>
                <a:schemeClr val="dk1"/>
              </a:solidFill>
              <a:latin typeface="Corbel"/>
            </a:endParaRPr>
          </a:p>
        </p:txBody>
      </p:sp>
      <p:sp>
        <p:nvSpPr>
          <p:cNvPr id="82" name="PlaceHolder 2"/>
          <p:cNvSpPr>
            <a:spLocks noGrp="1"/>
          </p:cNvSpPr>
          <p:nvPr>
            <p:ph type="body"/>
          </p:nvPr>
        </p:nvSpPr>
        <p:spPr>
          <a:xfrm>
            <a:off x="1484280" y="3886200"/>
            <a:ext cx="10018440" cy="888480"/>
          </a:xfrm>
          <a:prstGeom prst="rect">
            <a:avLst/>
          </a:prstGeom>
          <a:noFill/>
          <a:ln w="0">
            <a:noFill/>
          </a:ln>
        </p:spPr>
        <p:txBody>
          <a:bodyPr lIns="91440" rIns="91440" tIns="45720" bIns="45720" anchor="b">
            <a:normAutofit/>
          </a:bodyPr>
          <a:p>
            <a:pPr indent="0" algn="r" defTabSz="457200">
              <a:lnSpc>
                <a:spcPct val="100000"/>
              </a:lnSpc>
              <a:spcAft>
                <a:spcPts val="601"/>
              </a:spcAft>
              <a:buNone/>
              <a:tabLst>
                <a:tab algn="l" pos="0"/>
              </a:tabLst>
            </a:pPr>
            <a:r>
              <a:rPr b="0" lang="en-US" sz="2400" spc="-1" strike="noStrike">
                <a:solidFill>
                  <a:schemeClr val="dk1"/>
                </a:solidFill>
                <a:latin typeface="Corbel"/>
              </a:rPr>
              <a:t>Edit Master text styles</a:t>
            </a:r>
            <a:endParaRPr b="0" lang="en-US" sz="2400" spc="-1" strike="noStrike">
              <a:solidFill>
                <a:schemeClr val="dk1"/>
              </a:solidFill>
              <a:latin typeface="Corbel"/>
            </a:endParaRPr>
          </a:p>
        </p:txBody>
      </p:sp>
      <p:sp>
        <p:nvSpPr>
          <p:cNvPr id="83" name="PlaceHolder 3"/>
          <p:cNvSpPr>
            <a:spLocks noGrp="1"/>
          </p:cNvSpPr>
          <p:nvPr>
            <p:ph type="body"/>
          </p:nvPr>
        </p:nvSpPr>
        <p:spPr>
          <a:xfrm>
            <a:off x="1484280" y="4775040"/>
            <a:ext cx="10018440" cy="1015560"/>
          </a:xfrm>
          <a:prstGeom prst="rect">
            <a:avLst/>
          </a:prstGeom>
          <a:noFill/>
          <a:ln w="0">
            <a:noFill/>
          </a:ln>
        </p:spPr>
        <p:txBody>
          <a:bodyPr lIns="91440" rIns="91440" tIns="45720" bIns="45720" anchor="t">
            <a:normAutofit/>
          </a:bodyPr>
          <a:p>
            <a:pPr indent="0" algn="r" defTabSz="457200">
              <a:lnSpc>
                <a:spcPct val="100000"/>
              </a:lnSpc>
              <a:spcBef>
                <a:spcPts val="360"/>
              </a:spcBef>
              <a:spcAft>
                <a:spcPts val="601"/>
              </a:spcAft>
              <a:buNone/>
              <a:tabLst>
                <a:tab algn="l" pos="0"/>
              </a:tabLst>
            </a:pPr>
            <a:r>
              <a:rPr b="0" lang="en-US" sz="1800" spc="-1" strike="noStrike">
                <a:solidFill>
                  <a:schemeClr val="dk1"/>
                </a:solidFill>
                <a:latin typeface="Corbel"/>
              </a:rPr>
              <a:t>Edit Master text styles</a:t>
            </a:r>
            <a:endParaRPr b="0" lang="en-US" sz="1800" spc="-1" strike="noStrike">
              <a:solidFill>
                <a:schemeClr val="dk1"/>
              </a:solidFill>
              <a:latin typeface="Corbel"/>
            </a:endParaRPr>
          </a:p>
        </p:txBody>
      </p:sp>
      <p:sp>
        <p:nvSpPr>
          <p:cNvPr id="84" name="PlaceHolder 4"/>
          <p:cNvSpPr>
            <a:spLocks noGrp="1"/>
          </p:cNvSpPr>
          <p:nvPr>
            <p:ph type="dt" idx="16"/>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85" name="PlaceHolder 5"/>
          <p:cNvSpPr>
            <a:spLocks noGrp="1"/>
          </p:cNvSpPr>
          <p:nvPr>
            <p:ph type="ftr" idx="17"/>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86" name="PlaceHolder 6"/>
          <p:cNvSpPr>
            <a:spLocks noGrp="1"/>
          </p:cNvSpPr>
          <p:nvPr>
            <p:ph type="sldNum" idx="18"/>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8BE8DCB5-BB9F-430B-83E2-9D56AC193AA2}"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87" name="Group 6"/>
          <p:cNvGrpSpPr/>
          <p:nvPr/>
        </p:nvGrpSpPr>
        <p:grpSpPr>
          <a:xfrm>
            <a:off x="150840" y="0"/>
            <a:ext cx="2436480" cy="6857640"/>
            <a:chOff x="150840" y="0"/>
            <a:chExt cx="2436480" cy="6857640"/>
          </a:xfrm>
        </p:grpSpPr>
        <p:sp>
          <p:nvSpPr>
            <p:cNvPr id="88"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89"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90"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91"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92"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93"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94" name="PlaceHolder 1"/>
          <p:cNvSpPr>
            <a:spLocks noGrp="1"/>
          </p:cNvSpPr>
          <p:nvPr>
            <p:ph type="title"/>
          </p:nvPr>
        </p:nvSpPr>
        <p:spPr>
          <a:xfrm>
            <a:off x="1484280" y="685800"/>
            <a:ext cx="10018440" cy="2727000"/>
          </a:xfrm>
          <a:prstGeom prst="rect">
            <a:avLst/>
          </a:prstGeom>
          <a:noFill/>
          <a:ln w="0">
            <a:noFill/>
          </a:ln>
        </p:spPr>
        <p:txBody>
          <a:bodyPr lIns="91440" rIns="91440" tIns="45720" bIns="45720" anchor="ctr">
            <a:norm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95" name="PlaceHolder 2"/>
          <p:cNvSpPr>
            <a:spLocks noGrp="1"/>
          </p:cNvSpPr>
          <p:nvPr>
            <p:ph type="body"/>
          </p:nvPr>
        </p:nvSpPr>
        <p:spPr>
          <a:xfrm>
            <a:off x="1484280" y="3505320"/>
            <a:ext cx="10018440" cy="837720"/>
          </a:xfrm>
          <a:prstGeom prst="rect">
            <a:avLst/>
          </a:prstGeom>
          <a:noFill/>
          <a:ln w="0">
            <a:noFill/>
          </a:ln>
        </p:spPr>
        <p:txBody>
          <a:bodyPr lIns="91440" rIns="91440" tIns="45720" bIns="45720" anchor="b">
            <a:normAutofit/>
          </a:bodyPr>
          <a:p>
            <a:pPr indent="0" defTabSz="457200">
              <a:lnSpc>
                <a:spcPct val="100000"/>
              </a:lnSpc>
              <a:spcAft>
                <a:spcPts val="601"/>
              </a:spcAft>
              <a:buNone/>
              <a:tabLst>
                <a:tab algn="l" pos="0"/>
              </a:tabLst>
            </a:pPr>
            <a:r>
              <a:rPr b="0" lang="en-US" sz="2800" spc="-1" strike="noStrike">
                <a:solidFill>
                  <a:schemeClr val="dk1"/>
                </a:solidFill>
                <a:latin typeface="Corbel"/>
              </a:rPr>
              <a:t>Edit Master text styles</a:t>
            </a:r>
            <a:endParaRPr b="0" lang="en-US" sz="2800" spc="-1" strike="noStrike">
              <a:solidFill>
                <a:schemeClr val="dk1"/>
              </a:solidFill>
              <a:latin typeface="Corbel"/>
            </a:endParaRPr>
          </a:p>
        </p:txBody>
      </p:sp>
      <p:sp>
        <p:nvSpPr>
          <p:cNvPr id="96" name="PlaceHolder 3"/>
          <p:cNvSpPr>
            <a:spLocks noGrp="1"/>
          </p:cNvSpPr>
          <p:nvPr>
            <p:ph type="body"/>
          </p:nvPr>
        </p:nvSpPr>
        <p:spPr>
          <a:xfrm>
            <a:off x="1484280" y="4343400"/>
            <a:ext cx="10018440" cy="1447560"/>
          </a:xfrm>
          <a:prstGeom prst="rect">
            <a:avLst/>
          </a:prstGeom>
          <a:noFill/>
          <a:ln w="0">
            <a:noFill/>
          </a:ln>
        </p:spPr>
        <p:txBody>
          <a:bodyPr lIns="91440" rIns="91440" tIns="45720" bIns="45720" anchor="t">
            <a:normAutofit/>
          </a:bodyPr>
          <a:p>
            <a:pPr indent="0" defTabSz="457200">
              <a:lnSpc>
                <a:spcPct val="100000"/>
              </a:lnSpc>
              <a:spcBef>
                <a:spcPts val="360"/>
              </a:spcBef>
              <a:spcAft>
                <a:spcPts val="601"/>
              </a:spcAft>
              <a:buNone/>
              <a:tabLst>
                <a:tab algn="l" pos="0"/>
              </a:tabLst>
            </a:pPr>
            <a:r>
              <a:rPr b="0" lang="en-US" sz="1800" spc="-1" strike="noStrike">
                <a:solidFill>
                  <a:schemeClr val="dk1"/>
                </a:solidFill>
                <a:latin typeface="Corbel"/>
              </a:rPr>
              <a:t>Edit Master text styles</a:t>
            </a:r>
            <a:endParaRPr b="0" lang="en-US" sz="1800" spc="-1" strike="noStrike">
              <a:solidFill>
                <a:schemeClr val="dk1"/>
              </a:solidFill>
              <a:latin typeface="Corbel"/>
            </a:endParaRPr>
          </a:p>
        </p:txBody>
      </p:sp>
      <p:sp>
        <p:nvSpPr>
          <p:cNvPr id="97" name="PlaceHolder 4"/>
          <p:cNvSpPr>
            <a:spLocks noGrp="1"/>
          </p:cNvSpPr>
          <p:nvPr>
            <p:ph type="dt" idx="19"/>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98" name="PlaceHolder 5"/>
          <p:cNvSpPr>
            <a:spLocks noGrp="1"/>
          </p:cNvSpPr>
          <p:nvPr>
            <p:ph type="ftr" idx="20"/>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99" name="PlaceHolder 6"/>
          <p:cNvSpPr>
            <a:spLocks noGrp="1"/>
          </p:cNvSpPr>
          <p:nvPr>
            <p:ph type="sldNum" idx="21"/>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EA24FCC9-1160-4E1C-BE81-61D21BE7DB3B}"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00" name="Group 6"/>
          <p:cNvGrpSpPr/>
          <p:nvPr/>
        </p:nvGrpSpPr>
        <p:grpSpPr>
          <a:xfrm>
            <a:off x="150840" y="0"/>
            <a:ext cx="2436480" cy="6857640"/>
            <a:chOff x="150840" y="0"/>
            <a:chExt cx="2436480" cy="6857640"/>
          </a:xfrm>
        </p:grpSpPr>
        <p:sp>
          <p:nvSpPr>
            <p:cNvPr id="101"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02"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03"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04"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05"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06"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07" name="PlaceHolder 1"/>
          <p:cNvSpPr>
            <a:spLocks noGrp="1"/>
          </p:cNvSpPr>
          <p:nvPr>
            <p:ph type="title"/>
          </p:nvPr>
        </p:nvSpPr>
        <p:spPr>
          <a:xfrm>
            <a:off x="1484280" y="685800"/>
            <a:ext cx="10018440" cy="1752120"/>
          </a:xfrm>
          <a:prstGeom prst="rect">
            <a:avLst/>
          </a:prstGeom>
          <a:noFill/>
          <a:ln w="0">
            <a:noFill/>
          </a:ln>
        </p:spPr>
        <p:txBody>
          <a:bodyPr lIns="91440" rIns="91440" tIns="45720" bIns="45720" anchor="ctr">
            <a:no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08" name="PlaceHolder 2"/>
          <p:cNvSpPr>
            <a:spLocks noGrp="1"/>
          </p:cNvSpPr>
          <p:nvPr>
            <p:ph type="body"/>
          </p:nvPr>
        </p:nvSpPr>
        <p:spPr>
          <a:xfrm>
            <a:off x="1484280" y="2666880"/>
            <a:ext cx="10018440" cy="3123720"/>
          </a:xfrm>
          <a:prstGeom prst="rect">
            <a:avLst/>
          </a:prstGeom>
          <a:noFill/>
          <a:ln w="0">
            <a:noFill/>
          </a:ln>
        </p:spPr>
        <p:txBody>
          <a:bodyPr lIns="91440" rIns="91440" tIns="45720" bIns="45720" anchor="t" vert="eaVert">
            <a:noAutofit/>
          </a:bodyPr>
          <a:p>
            <a:pPr marL="285840" indent="-285840" defTabSz="457200">
              <a:lnSpc>
                <a:spcPct val="100000"/>
              </a:lnSpc>
              <a:spcBef>
                <a:spcPts val="479"/>
              </a:spcBef>
              <a:spcAft>
                <a:spcPts val="601"/>
              </a:spcAft>
              <a:buClr>
                <a:srgbClr val="1287c3"/>
              </a:buClr>
              <a:buSzPct val="145000"/>
              <a:buFont typeface="Arial"/>
              <a:buChar char="•"/>
            </a:pPr>
            <a:r>
              <a:rPr b="0" lang="en-US" sz="2400" spc="-1" strike="noStrike">
                <a:solidFill>
                  <a:schemeClr val="dk1"/>
                </a:solidFill>
                <a:latin typeface="Corbel"/>
              </a:rPr>
              <a:t>Edit Master text styles</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US" sz="2000" spc="-1" strike="noStrike">
                <a:solidFill>
                  <a:schemeClr val="dk1"/>
                </a:solidFill>
                <a:latin typeface="Corbel"/>
              </a:rPr>
              <a:t>Second level</a:t>
            </a:r>
            <a:endParaRPr b="0" lang="en-US" sz="2000" spc="-1" strike="noStrike">
              <a:solidFill>
                <a:schemeClr val="dk1"/>
              </a:solidFill>
              <a:latin typeface="Corbel"/>
            </a:endParaRPr>
          </a:p>
          <a:p>
            <a:pPr lvl="2" marL="12002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Third level</a:t>
            </a:r>
            <a:endParaRPr b="0" lang="en-US" sz="1800" spc="-1" strike="noStrike">
              <a:solidFill>
                <a:schemeClr val="dk1"/>
              </a:solidFill>
              <a:latin typeface="Corbel"/>
            </a:endParaRPr>
          </a:p>
          <a:p>
            <a:pPr lvl="3" marL="1542960" indent="-17136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Fourth level</a:t>
            </a:r>
            <a:endParaRPr b="0" lang="en-US" sz="1600" spc="-1" strike="noStrike">
              <a:solidFill>
                <a:schemeClr val="dk1"/>
              </a:solidFill>
              <a:latin typeface="Corbel"/>
            </a:endParaRPr>
          </a:p>
          <a:p>
            <a:pPr lvl="4" marL="2000160" indent="-17136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Fifth level</a:t>
            </a:r>
            <a:endParaRPr b="0" lang="en-US" sz="1400" spc="-1" strike="noStrike">
              <a:solidFill>
                <a:schemeClr val="dk1"/>
              </a:solidFill>
              <a:latin typeface="Corbel"/>
            </a:endParaRPr>
          </a:p>
        </p:txBody>
      </p:sp>
      <p:sp>
        <p:nvSpPr>
          <p:cNvPr id="109" name="PlaceHolder 3"/>
          <p:cNvSpPr>
            <a:spLocks noGrp="1"/>
          </p:cNvSpPr>
          <p:nvPr>
            <p:ph type="dt" idx="22"/>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10" name="PlaceHolder 4"/>
          <p:cNvSpPr>
            <a:spLocks noGrp="1"/>
          </p:cNvSpPr>
          <p:nvPr>
            <p:ph type="ftr" idx="23"/>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1" name="PlaceHolder 5"/>
          <p:cNvSpPr>
            <a:spLocks noGrp="1"/>
          </p:cNvSpPr>
          <p:nvPr>
            <p:ph type="sldNum" idx="24"/>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9AB24255-DB55-4349-AFDB-D1C1CCFAB1E1}"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12" name="Group 6"/>
          <p:cNvGrpSpPr/>
          <p:nvPr/>
        </p:nvGrpSpPr>
        <p:grpSpPr>
          <a:xfrm>
            <a:off x="150840" y="0"/>
            <a:ext cx="2436480" cy="6857640"/>
            <a:chOff x="150840" y="0"/>
            <a:chExt cx="2436480" cy="6857640"/>
          </a:xfrm>
        </p:grpSpPr>
        <p:sp>
          <p:nvSpPr>
            <p:cNvPr id="113"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14"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15"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16"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17"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18"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19" name="PlaceHolder 1"/>
          <p:cNvSpPr>
            <a:spLocks noGrp="1"/>
          </p:cNvSpPr>
          <p:nvPr>
            <p:ph type="title"/>
          </p:nvPr>
        </p:nvSpPr>
        <p:spPr>
          <a:xfrm>
            <a:off x="9732600" y="685800"/>
            <a:ext cx="1770120" cy="510516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20" name="PlaceHolder 2"/>
          <p:cNvSpPr>
            <a:spLocks noGrp="1"/>
          </p:cNvSpPr>
          <p:nvPr>
            <p:ph type="body"/>
          </p:nvPr>
        </p:nvSpPr>
        <p:spPr>
          <a:xfrm>
            <a:off x="1484280" y="685800"/>
            <a:ext cx="8019360" cy="5105160"/>
          </a:xfrm>
          <a:prstGeom prst="rect">
            <a:avLst/>
          </a:prstGeom>
          <a:noFill/>
          <a:ln w="0">
            <a:noFill/>
          </a:ln>
        </p:spPr>
        <p:txBody>
          <a:bodyPr lIns="91440" rIns="91440" tIns="45720" bIns="45720" anchor="t" vert="eaVert">
            <a:noAutofit/>
          </a:bodyPr>
          <a:p>
            <a:pPr marL="285840" indent="-285840" defTabSz="457200">
              <a:lnSpc>
                <a:spcPct val="100000"/>
              </a:lnSpc>
              <a:spcBef>
                <a:spcPts val="479"/>
              </a:spcBef>
              <a:spcAft>
                <a:spcPts val="601"/>
              </a:spcAft>
              <a:buClr>
                <a:srgbClr val="1287c3"/>
              </a:buClr>
              <a:buSzPct val="145000"/>
              <a:buFont typeface="Arial"/>
              <a:buChar char="•"/>
            </a:pPr>
            <a:r>
              <a:rPr b="0" lang="en-US" sz="2400" spc="-1" strike="noStrike">
                <a:solidFill>
                  <a:schemeClr val="dk1"/>
                </a:solidFill>
                <a:latin typeface="Corbel"/>
              </a:rPr>
              <a:t>Edit Master text styles</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US" sz="2000" spc="-1" strike="noStrike">
                <a:solidFill>
                  <a:schemeClr val="dk1"/>
                </a:solidFill>
                <a:latin typeface="Corbel"/>
              </a:rPr>
              <a:t>Second level</a:t>
            </a:r>
            <a:endParaRPr b="0" lang="en-US" sz="2000" spc="-1" strike="noStrike">
              <a:solidFill>
                <a:schemeClr val="dk1"/>
              </a:solidFill>
              <a:latin typeface="Corbel"/>
            </a:endParaRPr>
          </a:p>
          <a:p>
            <a:pPr lvl="2" marL="12002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Third level</a:t>
            </a:r>
            <a:endParaRPr b="0" lang="en-US" sz="1800" spc="-1" strike="noStrike">
              <a:solidFill>
                <a:schemeClr val="dk1"/>
              </a:solidFill>
              <a:latin typeface="Corbel"/>
            </a:endParaRPr>
          </a:p>
          <a:p>
            <a:pPr lvl="3" marL="1542960" indent="-17136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Fourth level</a:t>
            </a:r>
            <a:endParaRPr b="0" lang="en-US" sz="1600" spc="-1" strike="noStrike">
              <a:solidFill>
                <a:schemeClr val="dk1"/>
              </a:solidFill>
              <a:latin typeface="Corbel"/>
            </a:endParaRPr>
          </a:p>
          <a:p>
            <a:pPr lvl="4" marL="2000160" indent="-17136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Fifth level</a:t>
            </a:r>
            <a:endParaRPr b="0" lang="en-US" sz="1400" spc="-1" strike="noStrike">
              <a:solidFill>
                <a:schemeClr val="dk1"/>
              </a:solidFill>
              <a:latin typeface="Corbel"/>
            </a:endParaRPr>
          </a:p>
        </p:txBody>
      </p:sp>
      <p:sp>
        <p:nvSpPr>
          <p:cNvPr id="121" name="PlaceHolder 3"/>
          <p:cNvSpPr>
            <a:spLocks noGrp="1"/>
          </p:cNvSpPr>
          <p:nvPr>
            <p:ph type="dt" idx="25"/>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22" name="PlaceHolder 4"/>
          <p:cNvSpPr>
            <a:spLocks noGrp="1"/>
          </p:cNvSpPr>
          <p:nvPr>
            <p:ph type="ftr" idx="26"/>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23" name="PlaceHolder 5"/>
          <p:cNvSpPr>
            <a:spLocks noGrp="1"/>
          </p:cNvSpPr>
          <p:nvPr>
            <p:ph type="sldNum" idx="27"/>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CA3D2564-6C2E-4E63-A1A0-F479D3E0D100}"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24" name="Group 6"/>
          <p:cNvGrpSpPr/>
          <p:nvPr/>
        </p:nvGrpSpPr>
        <p:grpSpPr>
          <a:xfrm>
            <a:off x="150840" y="0"/>
            <a:ext cx="2436480" cy="6857640"/>
            <a:chOff x="150840" y="0"/>
            <a:chExt cx="2436480" cy="6857640"/>
          </a:xfrm>
        </p:grpSpPr>
        <p:sp>
          <p:nvSpPr>
            <p:cNvPr id="125"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26"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27"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28"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29"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30"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31" name="PlaceHolder 1"/>
          <p:cNvSpPr>
            <a:spLocks noGrp="1"/>
          </p:cNvSpPr>
          <p:nvPr>
            <p:ph type="title"/>
          </p:nvPr>
        </p:nvSpPr>
        <p:spPr>
          <a:xfrm>
            <a:off x="1484280" y="685800"/>
            <a:ext cx="10018440" cy="1752120"/>
          </a:xfrm>
          <a:prstGeom prst="rect">
            <a:avLst/>
          </a:prstGeom>
          <a:noFill/>
          <a:ln w="0">
            <a:noFill/>
          </a:ln>
        </p:spPr>
        <p:txBody>
          <a:bodyPr lIns="91440" rIns="91440" tIns="45720" bIns="45720" anchor="ctr">
            <a:no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32" name="PlaceHolder 2"/>
          <p:cNvSpPr>
            <a:spLocks noGrp="1"/>
          </p:cNvSpPr>
          <p:nvPr>
            <p:ph type="body"/>
          </p:nvPr>
        </p:nvSpPr>
        <p:spPr>
          <a:xfrm>
            <a:off x="1484280" y="2666880"/>
            <a:ext cx="10018440" cy="3123720"/>
          </a:xfrm>
          <a:prstGeom prst="rect">
            <a:avLst/>
          </a:prstGeom>
          <a:noFill/>
          <a:ln w="0">
            <a:noFill/>
          </a:ln>
        </p:spPr>
        <p:txBody>
          <a:bodyPr lIns="91440" rIns="91440" tIns="45720" bIns="45720" anchor="ctr">
            <a:noAutofit/>
          </a:bodyPr>
          <a:p>
            <a:pPr marL="285840" indent="-285840" defTabSz="457200">
              <a:lnSpc>
                <a:spcPct val="100000"/>
              </a:lnSpc>
              <a:spcBef>
                <a:spcPts val="479"/>
              </a:spcBef>
              <a:spcAft>
                <a:spcPts val="601"/>
              </a:spcAft>
              <a:buClr>
                <a:srgbClr val="1287c3"/>
              </a:buClr>
              <a:buSzPct val="145000"/>
              <a:buFont typeface="Arial"/>
              <a:buChar char="•"/>
            </a:pPr>
            <a:r>
              <a:rPr b="0" lang="en-US" sz="2400" spc="-1" strike="noStrike">
                <a:solidFill>
                  <a:schemeClr val="dk1"/>
                </a:solidFill>
                <a:latin typeface="Corbel"/>
              </a:rPr>
              <a:t>Edit Master text styles</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US" sz="2000" spc="-1" strike="noStrike">
                <a:solidFill>
                  <a:schemeClr val="dk1"/>
                </a:solidFill>
                <a:latin typeface="Corbel"/>
              </a:rPr>
              <a:t>Second level</a:t>
            </a:r>
            <a:endParaRPr b="0" lang="en-US" sz="2000" spc="-1" strike="noStrike">
              <a:solidFill>
                <a:schemeClr val="dk1"/>
              </a:solidFill>
              <a:latin typeface="Corbel"/>
            </a:endParaRPr>
          </a:p>
          <a:p>
            <a:pPr lvl="2" marL="12002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Third level</a:t>
            </a:r>
            <a:endParaRPr b="0" lang="en-US" sz="1800" spc="-1" strike="noStrike">
              <a:solidFill>
                <a:schemeClr val="dk1"/>
              </a:solidFill>
              <a:latin typeface="Corbel"/>
            </a:endParaRPr>
          </a:p>
          <a:p>
            <a:pPr lvl="3" marL="1542960" indent="-17136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Fourth level</a:t>
            </a:r>
            <a:endParaRPr b="0" lang="en-US" sz="1600" spc="-1" strike="noStrike">
              <a:solidFill>
                <a:schemeClr val="dk1"/>
              </a:solidFill>
              <a:latin typeface="Corbel"/>
            </a:endParaRPr>
          </a:p>
          <a:p>
            <a:pPr lvl="4" marL="2000160" indent="-17136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Fifth level</a:t>
            </a:r>
            <a:endParaRPr b="0" lang="en-US" sz="1400" spc="-1" strike="noStrike">
              <a:solidFill>
                <a:schemeClr val="dk1"/>
              </a:solidFill>
              <a:latin typeface="Corbel"/>
            </a:endParaRPr>
          </a:p>
        </p:txBody>
      </p:sp>
      <p:sp>
        <p:nvSpPr>
          <p:cNvPr id="133" name="PlaceHolder 3"/>
          <p:cNvSpPr>
            <a:spLocks noGrp="1"/>
          </p:cNvSpPr>
          <p:nvPr>
            <p:ph type="dt" idx="28"/>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34" name="PlaceHolder 4"/>
          <p:cNvSpPr>
            <a:spLocks noGrp="1"/>
          </p:cNvSpPr>
          <p:nvPr>
            <p:ph type="ftr" idx="29"/>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35" name="PlaceHolder 5"/>
          <p:cNvSpPr>
            <a:spLocks noGrp="1"/>
          </p:cNvSpPr>
          <p:nvPr>
            <p:ph type="sldNum" idx="30"/>
          </p:nvPr>
        </p:nvSpPr>
        <p:spPr>
          <a:xfrm>
            <a:off x="10951920" y="586728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9A414813-114C-48B5-811E-C50E7198E845}"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38" name="Group 6"/>
          <p:cNvGrpSpPr/>
          <p:nvPr/>
        </p:nvGrpSpPr>
        <p:grpSpPr>
          <a:xfrm>
            <a:off x="150840" y="0"/>
            <a:ext cx="2436480" cy="6857640"/>
            <a:chOff x="150840" y="0"/>
            <a:chExt cx="2436480" cy="6857640"/>
          </a:xfrm>
        </p:grpSpPr>
        <p:sp>
          <p:nvSpPr>
            <p:cNvPr id="139"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0"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1"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2"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3"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4"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45" name="PlaceHolder 1"/>
          <p:cNvSpPr>
            <a:spLocks noGrp="1"/>
          </p:cNvSpPr>
          <p:nvPr>
            <p:ph type="title"/>
          </p:nvPr>
        </p:nvSpPr>
        <p:spPr>
          <a:xfrm>
            <a:off x="2572200" y="2666880"/>
            <a:ext cx="8930520" cy="2109960"/>
          </a:xfrm>
          <a:prstGeom prst="rect">
            <a:avLst/>
          </a:prstGeom>
          <a:noFill/>
          <a:ln w="0">
            <a:noFill/>
          </a:ln>
        </p:spPr>
        <p:txBody>
          <a:bodyPr lIns="91440" rIns="91440" tIns="45720" bIns="45720" anchor="b">
            <a:noAutofit/>
          </a:bodyPr>
          <a:p>
            <a:pPr indent="0" algn="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46" name="PlaceHolder 2"/>
          <p:cNvSpPr>
            <a:spLocks noGrp="1"/>
          </p:cNvSpPr>
          <p:nvPr>
            <p:ph type="body"/>
          </p:nvPr>
        </p:nvSpPr>
        <p:spPr>
          <a:xfrm>
            <a:off x="2572200" y="4777560"/>
            <a:ext cx="8930520" cy="860040"/>
          </a:xfrm>
          <a:prstGeom prst="rect">
            <a:avLst/>
          </a:prstGeom>
          <a:noFill/>
          <a:ln w="0">
            <a:noFill/>
          </a:ln>
        </p:spPr>
        <p:txBody>
          <a:bodyPr lIns="91440" rIns="91440" tIns="45720" bIns="45720" anchor="t">
            <a:normAutofit/>
          </a:bodyPr>
          <a:p>
            <a:pPr indent="0" algn="r" defTabSz="457200">
              <a:lnSpc>
                <a:spcPct val="100000"/>
              </a:lnSpc>
              <a:spcBef>
                <a:spcPts val="400"/>
              </a:spcBef>
              <a:spcAft>
                <a:spcPts val="601"/>
              </a:spcAft>
              <a:buNone/>
              <a:tabLst>
                <a:tab algn="l" pos="0"/>
              </a:tabLst>
            </a:pPr>
            <a:r>
              <a:rPr b="0" lang="en-US" sz="2000" spc="-1" strike="noStrike">
                <a:solidFill>
                  <a:schemeClr val="dk1"/>
                </a:solidFill>
                <a:latin typeface="Corbel"/>
              </a:rPr>
              <a:t>Edit Master text styles</a:t>
            </a:r>
            <a:endParaRPr b="0" lang="en-US" sz="2000" spc="-1" strike="noStrike">
              <a:solidFill>
                <a:schemeClr val="dk1"/>
              </a:solidFill>
              <a:latin typeface="Corbel"/>
            </a:endParaRPr>
          </a:p>
        </p:txBody>
      </p:sp>
      <p:sp>
        <p:nvSpPr>
          <p:cNvPr id="147" name="PlaceHolder 3"/>
          <p:cNvSpPr>
            <a:spLocks noGrp="1"/>
          </p:cNvSpPr>
          <p:nvPr>
            <p:ph type="dt" idx="31"/>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48" name="PlaceHolder 4"/>
          <p:cNvSpPr>
            <a:spLocks noGrp="1"/>
          </p:cNvSpPr>
          <p:nvPr>
            <p:ph type="ftr" idx="32"/>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49" name="PlaceHolder 5"/>
          <p:cNvSpPr>
            <a:spLocks noGrp="1"/>
          </p:cNvSpPr>
          <p:nvPr>
            <p:ph type="sldNum" idx="33"/>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77059DD3-C898-4F29-A178-911DC95FCDB6}"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50" name="Group 6"/>
          <p:cNvGrpSpPr/>
          <p:nvPr/>
        </p:nvGrpSpPr>
        <p:grpSpPr>
          <a:xfrm>
            <a:off x="150840" y="0"/>
            <a:ext cx="2436480" cy="6857640"/>
            <a:chOff x="150840" y="0"/>
            <a:chExt cx="2436480" cy="6857640"/>
          </a:xfrm>
        </p:grpSpPr>
        <p:sp>
          <p:nvSpPr>
            <p:cNvPr id="151"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52"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53"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54"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55"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56"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57" name="PlaceHolder 1"/>
          <p:cNvSpPr>
            <a:spLocks noGrp="1"/>
          </p:cNvSpPr>
          <p:nvPr>
            <p:ph type="title"/>
          </p:nvPr>
        </p:nvSpPr>
        <p:spPr>
          <a:xfrm>
            <a:off x="1484280" y="685800"/>
            <a:ext cx="10018440" cy="1752120"/>
          </a:xfrm>
          <a:prstGeom prst="rect">
            <a:avLst/>
          </a:prstGeom>
          <a:noFill/>
          <a:ln w="0">
            <a:noFill/>
          </a:ln>
        </p:spPr>
        <p:txBody>
          <a:bodyPr lIns="91440" rIns="91440" tIns="45720" bIns="45720" anchor="ctr">
            <a:no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58" name="PlaceHolder 2"/>
          <p:cNvSpPr>
            <a:spLocks noGrp="1"/>
          </p:cNvSpPr>
          <p:nvPr>
            <p:ph type="body"/>
          </p:nvPr>
        </p:nvSpPr>
        <p:spPr>
          <a:xfrm>
            <a:off x="1484280" y="2666880"/>
            <a:ext cx="4894560" cy="3123720"/>
          </a:xfrm>
          <a:prstGeom prst="rect">
            <a:avLst/>
          </a:prstGeom>
          <a:noFill/>
          <a:ln w="0">
            <a:noFill/>
          </a:ln>
        </p:spPr>
        <p:txBody>
          <a:bodyPr lIns="91440" rIns="91440" tIns="45720" bIns="45720" anchor="ctr">
            <a:normAutofit/>
          </a:bodyPr>
          <a:p>
            <a:pPr marL="2858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Edit Master text styles</a:t>
            </a:r>
            <a:endParaRPr b="0" lang="en-US" sz="1800" spc="-1" strike="noStrike">
              <a:solidFill>
                <a:schemeClr val="dk1"/>
              </a:solidFill>
              <a:latin typeface="Corbel"/>
            </a:endParaRPr>
          </a:p>
          <a:p>
            <a:pPr lvl="1" marL="743040" indent="-28584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Second level</a:t>
            </a:r>
            <a:endParaRPr b="0" lang="en-US" sz="1600" spc="-1" strike="noStrike">
              <a:solidFill>
                <a:schemeClr val="dk1"/>
              </a:solidFill>
              <a:latin typeface="Corbel"/>
            </a:endParaRPr>
          </a:p>
          <a:p>
            <a:pPr lvl="2" marL="1200240" indent="-28584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Third level</a:t>
            </a:r>
            <a:endParaRPr b="0" lang="en-US" sz="1400" spc="-1" strike="noStrike">
              <a:solidFill>
                <a:schemeClr val="dk1"/>
              </a:solidFill>
              <a:latin typeface="Corbel"/>
            </a:endParaRPr>
          </a:p>
          <a:p>
            <a:pPr lvl="3" marL="15429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Fourth level</a:t>
            </a:r>
            <a:endParaRPr b="0" lang="en-US" sz="1200" spc="-1" strike="noStrike">
              <a:solidFill>
                <a:schemeClr val="dk1"/>
              </a:solidFill>
              <a:latin typeface="Corbel"/>
            </a:endParaRPr>
          </a:p>
          <a:p>
            <a:pPr lvl="4" marL="20001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Fifth level</a:t>
            </a:r>
            <a:endParaRPr b="0" lang="en-US" sz="1200" spc="-1" strike="noStrike">
              <a:solidFill>
                <a:schemeClr val="dk1"/>
              </a:solidFill>
              <a:latin typeface="Corbel"/>
            </a:endParaRPr>
          </a:p>
        </p:txBody>
      </p:sp>
      <p:sp>
        <p:nvSpPr>
          <p:cNvPr id="159" name="PlaceHolder 3"/>
          <p:cNvSpPr>
            <a:spLocks noGrp="1"/>
          </p:cNvSpPr>
          <p:nvPr>
            <p:ph type="body"/>
          </p:nvPr>
        </p:nvSpPr>
        <p:spPr>
          <a:xfrm>
            <a:off x="6607800" y="2666880"/>
            <a:ext cx="4894560" cy="3123720"/>
          </a:xfrm>
          <a:prstGeom prst="rect">
            <a:avLst/>
          </a:prstGeom>
          <a:noFill/>
          <a:ln w="0">
            <a:noFill/>
          </a:ln>
        </p:spPr>
        <p:txBody>
          <a:bodyPr lIns="91440" rIns="91440" tIns="45720" bIns="45720" anchor="ctr">
            <a:normAutofit/>
          </a:bodyPr>
          <a:p>
            <a:pPr marL="2858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Edit Master text styles</a:t>
            </a:r>
            <a:endParaRPr b="0" lang="en-US" sz="1800" spc="-1" strike="noStrike">
              <a:solidFill>
                <a:schemeClr val="dk1"/>
              </a:solidFill>
              <a:latin typeface="Corbel"/>
            </a:endParaRPr>
          </a:p>
          <a:p>
            <a:pPr lvl="1" marL="743040" indent="-28584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Second level</a:t>
            </a:r>
            <a:endParaRPr b="0" lang="en-US" sz="1600" spc="-1" strike="noStrike">
              <a:solidFill>
                <a:schemeClr val="dk1"/>
              </a:solidFill>
              <a:latin typeface="Corbel"/>
            </a:endParaRPr>
          </a:p>
          <a:p>
            <a:pPr lvl="2" marL="1200240" indent="-28584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Third level</a:t>
            </a:r>
            <a:endParaRPr b="0" lang="en-US" sz="1400" spc="-1" strike="noStrike">
              <a:solidFill>
                <a:schemeClr val="dk1"/>
              </a:solidFill>
              <a:latin typeface="Corbel"/>
            </a:endParaRPr>
          </a:p>
          <a:p>
            <a:pPr lvl="3" marL="15429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Fourth level</a:t>
            </a:r>
            <a:endParaRPr b="0" lang="en-US" sz="1200" spc="-1" strike="noStrike">
              <a:solidFill>
                <a:schemeClr val="dk1"/>
              </a:solidFill>
              <a:latin typeface="Corbel"/>
            </a:endParaRPr>
          </a:p>
          <a:p>
            <a:pPr lvl="4" marL="20001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Fifth level</a:t>
            </a:r>
            <a:endParaRPr b="0" lang="en-US" sz="1200" spc="-1" strike="noStrike">
              <a:solidFill>
                <a:schemeClr val="dk1"/>
              </a:solidFill>
              <a:latin typeface="Corbel"/>
            </a:endParaRPr>
          </a:p>
        </p:txBody>
      </p:sp>
      <p:sp>
        <p:nvSpPr>
          <p:cNvPr id="160" name="PlaceHolder 4"/>
          <p:cNvSpPr>
            <a:spLocks noGrp="1"/>
          </p:cNvSpPr>
          <p:nvPr>
            <p:ph type="dt" idx="34"/>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61" name="PlaceHolder 5"/>
          <p:cNvSpPr>
            <a:spLocks noGrp="1"/>
          </p:cNvSpPr>
          <p:nvPr>
            <p:ph type="ftr" idx="35"/>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2" name="PlaceHolder 6"/>
          <p:cNvSpPr>
            <a:spLocks noGrp="1"/>
          </p:cNvSpPr>
          <p:nvPr>
            <p:ph type="sldNum" idx="36"/>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EC0F1DC6-48C3-49C4-8F70-84BC03888AAB}"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66" name="Group 6"/>
          <p:cNvGrpSpPr/>
          <p:nvPr/>
        </p:nvGrpSpPr>
        <p:grpSpPr>
          <a:xfrm>
            <a:off x="150840" y="0"/>
            <a:ext cx="2436480" cy="6857640"/>
            <a:chOff x="150840" y="0"/>
            <a:chExt cx="2436480" cy="6857640"/>
          </a:xfrm>
        </p:grpSpPr>
        <p:sp>
          <p:nvSpPr>
            <p:cNvPr id="167"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68"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69"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70"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71"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72"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73" name="PlaceHolder 1"/>
          <p:cNvSpPr>
            <a:spLocks noGrp="1"/>
          </p:cNvSpPr>
          <p:nvPr>
            <p:ph type="title"/>
          </p:nvPr>
        </p:nvSpPr>
        <p:spPr>
          <a:xfrm>
            <a:off x="1484280" y="685800"/>
            <a:ext cx="10018440" cy="1752120"/>
          </a:xfrm>
          <a:prstGeom prst="rect">
            <a:avLst/>
          </a:prstGeom>
          <a:noFill/>
          <a:ln w="0">
            <a:noFill/>
          </a:ln>
        </p:spPr>
        <p:txBody>
          <a:bodyPr lIns="91440" rIns="91440" tIns="45720" bIns="45720" anchor="ctr">
            <a:no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74" name="PlaceHolder 2"/>
          <p:cNvSpPr>
            <a:spLocks noGrp="1"/>
          </p:cNvSpPr>
          <p:nvPr>
            <p:ph type="body"/>
          </p:nvPr>
        </p:nvSpPr>
        <p:spPr>
          <a:xfrm>
            <a:off x="1772280" y="2658600"/>
            <a:ext cx="4606920" cy="576000"/>
          </a:xfrm>
          <a:prstGeom prst="rect">
            <a:avLst/>
          </a:prstGeom>
          <a:noFill/>
          <a:ln w="0">
            <a:noFill/>
          </a:ln>
        </p:spPr>
        <p:txBody>
          <a:bodyPr lIns="91440" rIns="91440" tIns="45720" bIns="45720" anchor="b">
            <a:noAutofit/>
          </a:bodyPr>
          <a:p>
            <a:pPr indent="0" defTabSz="457200">
              <a:lnSpc>
                <a:spcPct val="100000"/>
              </a:lnSpc>
              <a:spcBef>
                <a:spcPts val="561"/>
              </a:spcBef>
              <a:spcAft>
                <a:spcPts val="601"/>
              </a:spcAft>
              <a:buNone/>
              <a:tabLst>
                <a:tab algn="l" pos="0"/>
              </a:tabLst>
            </a:pPr>
            <a:r>
              <a:rPr b="0" lang="en-US" sz="2800" spc="-1" strike="noStrike">
                <a:solidFill>
                  <a:schemeClr val="accent1">
                    <a:lumMod val="75000"/>
                  </a:schemeClr>
                </a:solidFill>
                <a:latin typeface="Corbel"/>
              </a:rPr>
              <a:t>Edit Master text styles</a:t>
            </a:r>
            <a:endParaRPr b="0" lang="en-US" sz="2800" spc="-1" strike="noStrike">
              <a:solidFill>
                <a:schemeClr val="dk1"/>
              </a:solidFill>
              <a:latin typeface="Corbel"/>
            </a:endParaRPr>
          </a:p>
        </p:txBody>
      </p:sp>
      <p:sp>
        <p:nvSpPr>
          <p:cNvPr id="175" name="PlaceHolder 3"/>
          <p:cNvSpPr>
            <a:spLocks noGrp="1"/>
          </p:cNvSpPr>
          <p:nvPr>
            <p:ph type="body"/>
          </p:nvPr>
        </p:nvSpPr>
        <p:spPr>
          <a:xfrm>
            <a:off x="1484280" y="3335400"/>
            <a:ext cx="4894560" cy="2455560"/>
          </a:xfrm>
          <a:prstGeom prst="rect">
            <a:avLst/>
          </a:prstGeom>
          <a:noFill/>
          <a:ln w="0">
            <a:noFill/>
          </a:ln>
        </p:spPr>
        <p:txBody>
          <a:bodyPr lIns="91440" rIns="91440" tIns="45720" bIns="45720" anchor="t">
            <a:normAutofit/>
          </a:bodyPr>
          <a:p>
            <a:pPr marL="2858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Edit Master text styles</a:t>
            </a:r>
            <a:endParaRPr b="0" lang="en-US" sz="1800" spc="-1" strike="noStrike">
              <a:solidFill>
                <a:schemeClr val="dk1"/>
              </a:solidFill>
              <a:latin typeface="Corbel"/>
            </a:endParaRPr>
          </a:p>
          <a:p>
            <a:pPr lvl="1" marL="743040" indent="-28584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Second level</a:t>
            </a:r>
            <a:endParaRPr b="0" lang="en-US" sz="1600" spc="-1" strike="noStrike">
              <a:solidFill>
                <a:schemeClr val="dk1"/>
              </a:solidFill>
              <a:latin typeface="Corbel"/>
            </a:endParaRPr>
          </a:p>
          <a:p>
            <a:pPr lvl="2" marL="1200240" indent="-28584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Third level</a:t>
            </a:r>
            <a:endParaRPr b="0" lang="en-US" sz="1400" spc="-1" strike="noStrike">
              <a:solidFill>
                <a:schemeClr val="dk1"/>
              </a:solidFill>
              <a:latin typeface="Corbel"/>
            </a:endParaRPr>
          </a:p>
          <a:p>
            <a:pPr lvl="3" marL="15429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Fourth level</a:t>
            </a:r>
            <a:endParaRPr b="0" lang="en-US" sz="1200" spc="-1" strike="noStrike">
              <a:solidFill>
                <a:schemeClr val="dk1"/>
              </a:solidFill>
              <a:latin typeface="Corbel"/>
            </a:endParaRPr>
          </a:p>
          <a:p>
            <a:pPr lvl="4" marL="20001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Fifth level</a:t>
            </a:r>
            <a:endParaRPr b="0" lang="en-US" sz="1200" spc="-1" strike="noStrike">
              <a:solidFill>
                <a:schemeClr val="dk1"/>
              </a:solidFill>
              <a:latin typeface="Corbel"/>
            </a:endParaRPr>
          </a:p>
        </p:txBody>
      </p:sp>
      <p:sp>
        <p:nvSpPr>
          <p:cNvPr id="176" name="PlaceHolder 4"/>
          <p:cNvSpPr>
            <a:spLocks noGrp="1"/>
          </p:cNvSpPr>
          <p:nvPr>
            <p:ph type="body"/>
          </p:nvPr>
        </p:nvSpPr>
        <p:spPr>
          <a:xfrm>
            <a:off x="6880320" y="2666880"/>
            <a:ext cx="4622040" cy="576000"/>
          </a:xfrm>
          <a:prstGeom prst="rect">
            <a:avLst/>
          </a:prstGeom>
          <a:noFill/>
          <a:ln w="0">
            <a:noFill/>
          </a:ln>
        </p:spPr>
        <p:txBody>
          <a:bodyPr lIns="91440" rIns="91440" tIns="45720" bIns="45720" anchor="b">
            <a:noAutofit/>
          </a:bodyPr>
          <a:p>
            <a:pPr indent="0" defTabSz="457200">
              <a:lnSpc>
                <a:spcPct val="100000"/>
              </a:lnSpc>
              <a:spcBef>
                <a:spcPts val="561"/>
              </a:spcBef>
              <a:spcAft>
                <a:spcPts val="601"/>
              </a:spcAft>
              <a:buNone/>
              <a:tabLst>
                <a:tab algn="l" pos="0"/>
              </a:tabLst>
            </a:pPr>
            <a:r>
              <a:rPr b="0" lang="en-US" sz="2800" spc="-1" strike="noStrike">
                <a:solidFill>
                  <a:schemeClr val="accent1">
                    <a:lumMod val="75000"/>
                  </a:schemeClr>
                </a:solidFill>
                <a:latin typeface="Corbel"/>
              </a:rPr>
              <a:t>Edit Master text styles</a:t>
            </a:r>
            <a:endParaRPr b="0" lang="en-US" sz="2800" spc="-1" strike="noStrike">
              <a:solidFill>
                <a:schemeClr val="dk1"/>
              </a:solidFill>
              <a:latin typeface="Corbel"/>
            </a:endParaRPr>
          </a:p>
        </p:txBody>
      </p:sp>
      <p:sp>
        <p:nvSpPr>
          <p:cNvPr id="177" name="PlaceHolder 5"/>
          <p:cNvSpPr>
            <a:spLocks noGrp="1"/>
          </p:cNvSpPr>
          <p:nvPr>
            <p:ph type="body"/>
          </p:nvPr>
        </p:nvSpPr>
        <p:spPr>
          <a:xfrm>
            <a:off x="6607800" y="3335400"/>
            <a:ext cx="4894560" cy="2455560"/>
          </a:xfrm>
          <a:prstGeom prst="rect">
            <a:avLst/>
          </a:prstGeom>
          <a:noFill/>
          <a:ln w="0">
            <a:noFill/>
          </a:ln>
        </p:spPr>
        <p:txBody>
          <a:bodyPr lIns="91440" rIns="91440" tIns="45720" bIns="45720" anchor="t">
            <a:normAutofit/>
          </a:bodyPr>
          <a:p>
            <a:pPr marL="2858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Edit Master text styles</a:t>
            </a:r>
            <a:endParaRPr b="0" lang="en-US" sz="1800" spc="-1" strike="noStrike">
              <a:solidFill>
                <a:schemeClr val="dk1"/>
              </a:solidFill>
              <a:latin typeface="Corbel"/>
            </a:endParaRPr>
          </a:p>
          <a:p>
            <a:pPr lvl="1" marL="743040" indent="-28584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Second level</a:t>
            </a:r>
            <a:endParaRPr b="0" lang="en-US" sz="1600" spc="-1" strike="noStrike">
              <a:solidFill>
                <a:schemeClr val="dk1"/>
              </a:solidFill>
              <a:latin typeface="Corbel"/>
            </a:endParaRPr>
          </a:p>
          <a:p>
            <a:pPr lvl="2" marL="1200240" indent="-28584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Third level</a:t>
            </a:r>
            <a:endParaRPr b="0" lang="en-US" sz="1400" spc="-1" strike="noStrike">
              <a:solidFill>
                <a:schemeClr val="dk1"/>
              </a:solidFill>
              <a:latin typeface="Corbel"/>
            </a:endParaRPr>
          </a:p>
          <a:p>
            <a:pPr lvl="3" marL="15429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Fourth level</a:t>
            </a:r>
            <a:endParaRPr b="0" lang="en-US" sz="1200" spc="-1" strike="noStrike">
              <a:solidFill>
                <a:schemeClr val="dk1"/>
              </a:solidFill>
              <a:latin typeface="Corbel"/>
            </a:endParaRPr>
          </a:p>
          <a:p>
            <a:pPr lvl="4" marL="2000160" indent="-171360" defTabSz="457200">
              <a:lnSpc>
                <a:spcPct val="100000"/>
              </a:lnSpc>
              <a:spcBef>
                <a:spcPts val="241"/>
              </a:spcBef>
              <a:spcAft>
                <a:spcPts val="601"/>
              </a:spcAft>
              <a:buClr>
                <a:srgbClr val="1287c3"/>
              </a:buClr>
              <a:buSzPct val="145000"/>
              <a:buFont typeface="Arial"/>
              <a:buChar char="•"/>
            </a:pPr>
            <a:r>
              <a:rPr b="0" lang="en-US" sz="1200" spc="-1" strike="noStrike">
                <a:solidFill>
                  <a:schemeClr val="dk1"/>
                </a:solidFill>
                <a:latin typeface="Corbel"/>
              </a:rPr>
              <a:t>Fifth level</a:t>
            </a:r>
            <a:endParaRPr b="0" lang="en-US" sz="1200" spc="-1" strike="noStrike">
              <a:solidFill>
                <a:schemeClr val="dk1"/>
              </a:solidFill>
              <a:latin typeface="Corbel"/>
            </a:endParaRPr>
          </a:p>
        </p:txBody>
      </p:sp>
      <p:sp>
        <p:nvSpPr>
          <p:cNvPr id="178" name="PlaceHolder 6"/>
          <p:cNvSpPr>
            <a:spLocks noGrp="1"/>
          </p:cNvSpPr>
          <p:nvPr>
            <p:ph type="dt" idx="37"/>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79" name="PlaceHolder 7"/>
          <p:cNvSpPr>
            <a:spLocks noGrp="1"/>
          </p:cNvSpPr>
          <p:nvPr>
            <p:ph type="ftr" idx="38"/>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80" name="PlaceHolder 8"/>
          <p:cNvSpPr>
            <a:spLocks noGrp="1"/>
          </p:cNvSpPr>
          <p:nvPr>
            <p:ph type="sldNum" idx="39"/>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F03936E1-434B-4C50-B684-79DA67D7F397}"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81" name="Group 6"/>
          <p:cNvGrpSpPr/>
          <p:nvPr/>
        </p:nvGrpSpPr>
        <p:grpSpPr>
          <a:xfrm>
            <a:off x="150840" y="0"/>
            <a:ext cx="2436480" cy="6857640"/>
            <a:chOff x="150840" y="0"/>
            <a:chExt cx="2436480" cy="6857640"/>
          </a:xfrm>
        </p:grpSpPr>
        <p:sp>
          <p:nvSpPr>
            <p:cNvPr id="182"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83"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84"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85"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86"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87"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88" name="PlaceHolder 1"/>
          <p:cNvSpPr>
            <a:spLocks noGrp="1"/>
          </p:cNvSpPr>
          <p:nvPr>
            <p:ph type="title"/>
          </p:nvPr>
        </p:nvSpPr>
        <p:spPr>
          <a:xfrm>
            <a:off x="1484280" y="685800"/>
            <a:ext cx="10018440" cy="1752120"/>
          </a:xfrm>
          <a:prstGeom prst="rect">
            <a:avLst/>
          </a:prstGeom>
          <a:noFill/>
          <a:ln w="0">
            <a:noFill/>
          </a:ln>
        </p:spPr>
        <p:txBody>
          <a:bodyPr lIns="91440" rIns="91440" tIns="45720" bIns="45720" anchor="ctr">
            <a:noAutofit/>
          </a:bodyPr>
          <a:p>
            <a:pPr indent="0" algn="ctr" defTabSz="457200">
              <a:lnSpc>
                <a:spcPct val="100000"/>
              </a:lnSpc>
              <a:buNone/>
            </a:pPr>
            <a:r>
              <a:rPr b="0" lang="en-US" sz="4000" spc="-1" strike="noStrike">
                <a:solidFill>
                  <a:schemeClr val="dk1"/>
                </a:solidFill>
                <a:latin typeface="Corbel"/>
              </a:rPr>
              <a:t>Click to edit Master title style</a:t>
            </a:r>
            <a:endParaRPr b="0" lang="en-US" sz="4000" spc="-1" strike="noStrike">
              <a:solidFill>
                <a:schemeClr val="dk1"/>
              </a:solidFill>
              <a:latin typeface="Corbel"/>
            </a:endParaRPr>
          </a:p>
        </p:txBody>
      </p:sp>
      <p:sp>
        <p:nvSpPr>
          <p:cNvPr id="189" name="PlaceHolder 2"/>
          <p:cNvSpPr>
            <a:spLocks noGrp="1"/>
          </p:cNvSpPr>
          <p:nvPr>
            <p:ph type="dt" idx="40"/>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190" name="PlaceHolder 3"/>
          <p:cNvSpPr>
            <a:spLocks noGrp="1"/>
          </p:cNvSpPr>
          <p:nvPr>
            <p:ph type="ftr" idx="41"/>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91" name="PlaceHolder 4"/>
          <p:cNvSpPr>
            <a:spLocks noGrp="1"/>
          </p:cNvSpPr>
          <p:nvPr>
            <p:ph type="sldNum" idx="42"/>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F579EFBD-809D-4D81-B02F-BB1F9FDBC0CE}"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
        <p:nvSpPr>
          <p:cNvPr id="19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chemeClr val="dk1"/>
                </a:solidFill>
                <a:latin typeface="Corbel"/>
              </a:rPr>
              <a:t>Click to edit the outline text format</a:t>
            </a:r>
            <a:endParaRPr b="0" lang="en-US" sz="2400" spc="-1" strike="noStrike">
              <a:solidFill>
                <a:schemeClr val="dk1"/>
              </a:solidFill>
              <a:latin typeface="Corbel"/>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Corbel"/>
              </a:rPr>
              <a:t>Second Outline Level</a:t>
            </a:r>
            <a:endParaRPr b="0" lang="en-US" sz="1800" spc="-1" strike="noStrike">
              <a:solidFill>
                <a:schemeClr val="dk1"/>
              </a:solidFill>
              <a:latin typeface="Corbel"/>
            </a:endParaRPr>
          </a:p>
          <a:p>
            <a:pPr lvl="2" marL="1296000" indent="-288000">
              <a:spcBef>
                <a:spcPts val="850"/>
              </a:spcBef>
              <a:buClr>
                <a:srgbClr val="000000"/>
              </a:buClr>
              <a:buSzPct val="45000"/>
              <a:buFont typeface="Wingdings" charset="2"/>
              <a:buChar char=""/>
            </a:pPr>
            <a:r>
              <a:rPr b="0" lang="en-US" sz="1600" spc="-1" strike="noStrike">
                <a:solidFill>
                  <a:schemeClr val="dk1"/>
                </a:solidFill>
                <a:latin typeface="Corbel"/>
              </a:rPr>
              <a:t>Third Outline Level</a:t>
            </a:r>
            <a:endParaRPr b="0" lang="en-US" sz="1600" spc="-1" strike="noStrike">
              <a:solidFill>
                <a:schemeClr val="dk1"/>
              </a:solidFill>
              <a:latin typeface="Corbel"/>
            </a:endParaRPr>
          </a:p>
          <a:p>
            <a:pPr lvl="3" marL="1728000" indent="-216000">
              <a:spcBef>
                <a:spcPts val="567"/>
              </a:spcBef>
              <a:buClr>
                <a:srgbClr val="000000"/>
              </a:buClr>
              <a:buSzPct val="75000"/>
              <a:buFont typeface="Symbol" charset="2"/>
              <a:buChar char=""/>
            </a:pPr>
            <a:r>
              <a:rPr b="0" lang="en-US" sz="1400" spc="-1" strike="noStrike">
                <a:solidFill>
                  <a:schemeClr val="dk1"/>
                </a:solidFill>
                <a:latin typeface="Corbel"/>
              </a:rPr>
              <a:t>Fourth Outline Level</a:t>
            </a:r>
            <a:endParaRPr b="0" lang="en-US" sz="1400" spc="-1" strike="noStrike">
              <a:solidFill>
                <a:schemeClr val="dk1"/>
              </a:solidFill>
              <a:latin typeface="Corbe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orbel"/>
              </a:rPr>
              <a:t>Fifth Outline Level</a:t>
            </a:r>
            <a:endParaRPr b="0" lang="en-US" sz="2000" spc="-1" strike="noStrike">
              <a:solidFill>
                <a:schemeClr val="dk1"/>
              </a:solidFill>
              <a:latin typeface="Corbe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orbel"/>
              </a:rPr>
              <a:t>Sixth Outline Level</a:t>
            </a:r>
            <a:endParaRPr b="0" lang="en-US" sz="2000" spc="-1" strike="noStrike">
              <a:solidFill>
                <a:schemeClr val="dk1"/>
              </a:solidFill>
              <a:latin typeface="Corbe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orbel"/>
              </a:rPr>
              <a:t>Seventh Outline Level</a:t>
            </a:r>
            <a:endParaRPr b="0" lang="en-US" sz="2000" spc="-1" strike="noStrike">
              <a:solidFill>
                <a:schemeClr val="dk1"/>
              </a:solidFill>
              <a:latin typeface="Corbel"/>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194" name="Group 6"/>
          <p:cNvGrpSpPr/>
          <p:nvPr/>
        </p:nvGrpSpPr>
        <p:grpSpPr>
          <a:xfrm>
            <a:off x="150840" y="0"/>
            <a:ext cx="2436480" cy="6857640"/>
            <a:chOff x="150840" y="0"/>
            <a:chExt cx="2436480" cy="6857640"/>
          </a:xfrm>
        </p:grpSpPr>
        <p:sp>
          <p:nvSpPr>
            <p:cNvPr id="195"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96"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97"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98"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99"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00"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201" name="PlaceHolder 1"/>
          <p:cNvSpPr>
            <a:spLocks noGrp="1"/>
          </p:cNvSpPr>
          <p:nvPr>
            <p:ph type="dt" idx="43"/>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202" name="PlaceHolder 2"/>
          <p:cNvSpPr>
            <a:spLocks noGrp="1"/>
          </p:cNvSpPr>
          <p:nvPr>
            <p:ph type="ftr" idx="44"/>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03" name="PlaceHolder 3"/>
          <p:cNvSpPr>
            <a:spLocks noGrp="1"/>
          </p:cNvSpPr>
          <p:nvPr>
            <p:ph type="sldNum" idx="45"/>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BFE6F4DE-A56F-487A-936F-7BFACCCBABD3}"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
        <p:nvSpPr>
          <p:cNvPr id="20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orbel"/>
              </a:rPr>
              <a:t>Click to edit the title text format</a:t>
            </a:r>
            <a:endParaRPr b="0" lang="en-US" sz="1800" spc="-1" strike="noStrike">
              <a:solidFill>
                <a:schemeClr val="dk1"/>
              </a:solidFill>
              <a:latin typeface="Corbel"/>
            </a:endParaRPr>
          </a:p>
        </p:txBody>
      </p:sp>
      <p:sp>
        <p:nvSpPr>
          <p:cNvPr id="20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chemeClr val="dk1"/>
                </a:solidFill>
                <a:latin typeface="Corbel"/>
              </a:rPr>
              <a:t>Click to edit the outline text format</a:t>
            </a:r>
            <a:endParaRPr b="0" lang="en-US" sz="2400" spc="-1" strike="noStrike">
              <a:solidFill>
                <a:schemeClr val="dk1"/>
              </a:solidFill>
              <a:latin typeface="Corbel"/>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Corbel"/>
              </a:rPr>
              <a:t>Second Outline Level</a:t>
            </a:r>
            <a:endParaRPr b="0" lang="en-US" sz="1800" spc="-1" strike="noStrike">
              <a:solidFill>
                <a:schemeClr val="dk1"/>
              </a:solidFill>
              <a:latin typeface="Corbel"/>
            </a:endParaRPr>
          </a:p>
          <a:p>
            <a:pPr lvl="2" marL="1296000" indent="-288000">
              <a:spcBef>
                <a:spcPts val="850"/>
              </a:spcBef>
              <a:buClr>
                <a:srgbClr val="000000"/>
              </a:buClr>
              <a:buSzPct val="45000"/>
              <a:buFont typeface="Wingdings" charset="2"/>
              <a:buChar char=""/>
            </a:pPr>
            <a:r>
              <a:rPr b="0" lang="en-US" sz="1600" spc="-1" strike="noStrike">
                <a:solidFill>
                  <a:schemeClr val="dk1"/>
                </a:solidFill>
                <a:latin typeface="Corbel"/>
              </a:rPr>
              <a:t>Third Outline Level</a:t>
            </a:r>
            <a:endParaRPr b="0" lang="en-US" sz="1600" spc="-1" strike="noStrike">
              <a:solidFill>
                <a:schemeClr val="dk1"/>
              </a:solidFill>
              <a:latin typeface="Corbel"/>
            </a:endParaRPr>
          </a:p>
          <a:p>
            <a:pPr lvl="3" marL="1728000" indent="-216000">
              <a:spcBef>
                <a:spcPts val="567"/>
              </a:spcBef>
              <a:buClr>
                <a:srgbClr val="000000"/>
              </a:buClr>
              <a:buSzPct val="75000"/>
              <a:buFont typeface="Symbol" charset="2"/>
              <a:buChar char=""/>
            </a:pPr>
            <a:r>
              <a:rPr b="0" lang="en-US" sz="1400" spc="-1" strike="noStrike">
                <a:solidFill>
                  <a:schemeClr val="dk1"/>
                </a:solidFill>
                <a:latin typeface="Corbel"/>
              </a:rPr>
              <a:t>Fourth Outline Level</a:t>
            </a:r>
            <a:endParaRPr b="0" lang="en-US" sz="1400" spc="-1" strike="noStrike">
              <a:solidFill>
                <a:schemeClr val="dk1"/>
              </a:solidFill>
              <a:latin typeface="Corbe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orbel"/>
              </a:rPr>
              <a:t>Fifth Outline Level</a:t>
            </a:r>
            <a:endParaRPr b="0" lang="en-US" sz="2000" spc="-1" strike="noStrike">
              <a:solidFill>
                <a:schemeClr val="dk1"/>
              </a:solidFill>
              <a:latin typeface="Corbe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orbel"/>
              </a:rPr>
              <a:t>Sixth Outline Level</a:t>
            </a:r>
            <a:endParaRPr b="0" lang="en-US" sz="2000" spc="-1" strike="noStrike">
              <a:solidFill>
                <a:schemeClr val="dk1"/>
              </a:solidFill>
              <a:latin typeface="Corbe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orbel"/>
              </a:rPr>
              <a:t>Seventh Outline Level</a:t>
            </a:r>
            <a:endParaRPr b="0" lang="en-US" sz="2000" spc="-1" strike="noStrike">
              <a:solidFill>
                <a:schemeClr val="dk1"/>
              </a:solidFill>
              <a:latin typeface="Corbel"/>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206" name="Group 6"/>
          <p:cNvGrpSpPr/>
          <p:nvPr/>
        </p:nvGrpSpPr>
        <p:grpSpPr>
          <a:xfrm>
            <a:off x="150840" y="0"/>
            <a:ext cx="2436480" cy="6857640"/>
            <a:chOff x="150840" y="0"/>
            <a:chExt cx="2436480" cy="6857640"/>
          </a:xfrm>
        </p:grpSpPr>
        <p:sp>
          <p:nvSpPr>
            <p:cNvPr id="207"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08"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09"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10"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11"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12"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213" name="PlaceHolder 1"/>
          <p:cNvSpPr>
            <a:spLocks noGrp="1"/>
          </p:cNvSpPr>
          <p:nvPr>
            <p:ph type="title"/>
          </p:nvPr>
        </p:nvSpPr>
        <p:spPr>
          <a:xfrm>
            <a:off x="1484280" y="1600200"/>
            <a:ext cx="3548880" cy="1371240"/>
          </a:xfrm>
          <a:prstGeom prst="rect">
            <a:avLst/>
          </a:prstGeom>
          <a:noFill/>
          <a:ln w="0">
            <a:noFill/>
          </a:ln>
        </p:spPr>
        <p:txBody>
          <a:bodyPr lIns="91440" rIns="91440" tIns="45720" bIns="45720" anchor="b">
            <a:normAutofit/>
          </a:bodyPr>
          <a:p>
            <a:pPr indent="0" algn="ctr" defTabSz="457200">
              <a:lnSpc>
                <a:spcPct val="100000"/>
              </a:lnSpc>
              <a:buNone/>
            </a:pPr>
            <a:r>
              <a:rPr b="0" lang="en-US" sz="2400" spc="-1" strike="noStrike">
                <a:solidFill>
                  <a:schemeClr val="dk1"/>
                </a:solidFill>
                <a:latin typeface="Corbel"/>
              </a:rPr>
              <a:t>Click to edit Master title style</a:t>
            </a:r>
            <a:endParaRPr b="0" lang="en-US" sz="2400" spc="-1" strike="noStrike">
              <a:solidFill>
                <a:schemeClr val="dk1"/>
              </a:solidFill>
              <a:latin typeface="Corbel"/>
            </a:endParaRPr>
          </a:p>
        </p:txBody>
      </p:sp>
      <p:sp>
        <p:nvSpPr>
          <p:cNvPr id="214" name="PlaceHolder 2"/>
          <p:cNvSpPr>
            <a:spLocks noGrp="1"/>
          </p:cNvSpPr>
          <p:nvPr>
            <p:ph type="body"/>
          </p:nvPr>
        </p:nvSpPr>
        <p:spPr>
          <a:xfrm>
            <a:off x="5262120" y="685800"/>
            <a:ext cx="6240600" cy="5105160"/>
          </a:xfrm>
          <a:prstGeom prst="rect">
            <a:avLst/>
          </a:prstGeom>
          <a:noFill/>
          <a:ln w="0">
            <a:noFill/>
          </a:ln>
        </p:spPr>
        <p:txBody>
          <a:bodyPr lIns="91440" rIns="91440" tIns="45720" bIns="45720" anchor="ctr">
            <a:normAutofit/>
          </a:bodyPr>
          <a:p>
            <a:pPr marL="285840" indent="-285840" defTabSz="457200">
              <a:lnSpc>
                <a:spcPct val="100000"/>
              </a:lnSpc>
              <a:spcBef>
                <a:spcPts val="400"/>
              </a:spcBef>
              <a:spcAft>
                <a:spcPts val="601"/>
              </a:spcAft>
              <a:buClr>
                <a:srgbClr val="1287c3"/>
              </a:buClr>
              <a:buSzPct val="145000"/>
              <a:buFont typeface="Arial"/>
              <a:buChar char="•"/>
            </a:pPr>
            <a:r>
              <a:rPr b="0" lang="en-US" sz="2000" spc="-1" strike="noStrike">
                <a:solidFill>
                  <a:schemeClr val="dk1"/>
                </a:solidFill>
                <a:latin typeface="Corbel"/>
              </a:rPr>
              <a:t>Edit Master text styles</a:t>
            </a:r>
            <a:endParaRPr b="0" lang="en-US" sz="20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pPr>
            <a:r>
              <a:rPr b="0" lang="en-US" sz="1800" spc="-1" strike="noStrike">
                <a:solidFill>
                  <a:schemeClr val="dk1"/>
                </a:solidFill>
                <a:latin typeface="Corbel"/>
              </a:rPr>
              <a:t>Second level</a:t>
            </a:r>
            <a:endParaRPr b="0" lang="en-US" sz="1800" spc="-1" strike="noStrike">
              <a:solidFill>
                <a:schemeClr val="dk1"/>
              </a:solidFill>
              <a:latin typeface="Corbel"/>
            </a:endParaRPr>
          </a:p>
          <a:p>
            <a:pPr lvl="2" marL="1200240" indent="-285840" defTabSz="457200">
              <a:lnSpc>
                <a:spcPct val="100000"/>
              </a:lnSpc>
              <a:spcBef>
                <a:spcPts val="320"/>
              </a:spcBef>
              <a:spcAft>
                <a:spcPts val="601"/>
              </a:spcAft>
              <a:buClr>
                <a:srgbClr val="1287c3"/>
              </a:buClr>
              <a:buSzPct val="145000"/>
              <a:buFont typeface="Arial"/>
              <a:buChar char="•"/>
            </a:pPr>
            <a:r>
              <a:rPr b="0" lang="en-US" sz="1600" spc="-1" strike="noStrike">
                <a:solidFill>
                  <a:schemeClr val="dk1"/>
                </a:solidFill>
                <a:latin typeface="Corbel"/>
              </a:rPr>
              <a:t>Third level</a:t>
            </a:r>
            <a:endParaRPr b="0" lang="en-US" sz="1600" spc="-1" strike="noStrike">
              <a:solidFill>
                <a:schemeClr val="dk1"/>
              </a:solidFill>
              <a:latin typeface="Corbel"/>
            </a:endParaRPr>
          </a:p>
          <a:p>
            <a:pPr lvl="3" marL="1542960" indent="-17136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Fourth level</a:t>
            </a:r>
            <a:endParaRPr b="0" lang="en-US" sz="1400" spc="-1" strike="noStrike">
              <a:solidFill>
                <a:schemeClr val="dk1"/>
              </a:solidFill>
              <a:latin typeface="Corbel"/>
            </a:endParaRPr>
          </a:p>
          <a:p>
            <a:pPr lvl="4" marL="2000160" indent="-171360" defTabSz="457200">
              <a:lnSpc>
                <a:spcPct val="100000"/>
              </a:lnSpc>
              <a:spcBef>
                <a:spcPts val="281"/>
              </a:spcBef>
              <a:spcAft>
                <a:spcPts val="601"/>
              </a:spcAft>
              <a:buClr>
                <a:srgbClr val="1287c3"/>
              </a:buClr>
              <a:buSzPct val="145000"/>
              <a:buFont typeface="Arial"/>
              <a:buChar char="•"/>
            </a:pPr>
            <a:r>
              <a:rPr b="0" lang="en-US" sz="1400" spc="-1" strike="noStrike">
                <a:solidFill>
                  <a:schemeClr val="dk1"/>
                </a:solidFill>
                <a:latin typeface="Corbel"/>
              </a:rPr>
              <a:t>Fifth level</a:t>
            </a:r>
            <a:endParaRPr b="0" lang="en-US" sz="1400" spc="-1" strike="noStrike">
              <a:solidFill>
                <a:schemeClr val="dk1"/>
              </a:solidFill>
              <a:latin typeface="Corbel"/>
            </a:endParaRPr>
          </a:p>
        </p:txBody>
      </p:sp>
      <p:sp>
        <p:nvSpPr>
          <p:cNvPr id="215" name="PlaceHolder 3"/>
          <p:cNvSpPr>
            <a:spLocks noGrp="1"/>
          </p:cNvSpPr>
          <p:nvPr>
            <p:ph type="body"/>
          </p:nvPr>
        </p:nvSpPr>
        <p:spPr>
          <a:xfrm>
            <a:off x="1484280" y="2971800"/>
            <a:ext cx="3548880" cy="1828440"/>
          </a:xfrm>
          <a:prstGeom prst="rect">
            <a:avLst/>
          </a:prstGeom>
          <a:noFill/>
          <a:ln w="0">
            <a:noFill/>
          </a:ln>
        </p:spPr>
        <p:txBody>
          <a:bodyPr lIns="91440" rIns="91440" tIns="45720" bIns="45720" anchor="ctr">
            <a:normAutofit/>
          </a:bodyPr>
          <a:p>
            <a:pPr indent="0" algn="ctr" defTabSz="457200">
              <a:lnSpc>
                <a:spcPct val="100000"/>
              </a:lnSpc>
              <a:spcBef>
                <a:spcPts val="320"/>
              </a:spcBef>
              <a:spcAft>
                <a:spcPts val="601"/>
              </a:spcAft>
              <a:buNone/>
              <a:tabLst>
                <a:tab algn="l" pos="0"/>
              </a:tabLst>
            </a:pPr>
            <a:r>
              <a:rPr b="0" lang="en-US" sz="1600" spc="-1" strike="noStrike">
                <a:solidFill>
                  <a:schemeClr val="dk1"/>
                </a:solidFill>
                <a:latin typeface="Corbel"/>
              </a:rPr>
              <a:t>Edit Master text styles</a:t>
            </a:r>
            <a:endParaRPr b="0" lang="en-US" sz="1600" spc="-1" strike="noStrike">
              <a:solidFill>
                <a:schemeClr val="dk1"/>
              </a:solidFill>
              <a:latin typeface="Corbel"/>
            </a:endParaRPr>
          </a:p>
        </p:txBody>
      </p:sp>
      <p:sp>
        <p:nvSpPr>
          <p:cNvPr id="216" name="PlaceHolder 4"/>
          <p:cNvSpPr>
            <a:spLocks noGrp="1"/>
          </p:cNvSpPr>
          <p:nvPr>
            <p:ph type="dt" idx="46"/>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217" name="PlaceHolder 5"/>
          <p:cNvSpPr>
            <a:spLocks noGrp="1"/>
          </p:cNvSpPr>
          <p:nvPr>
            <p:ph type="ftr" idx="47"/>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18" name="PlaceHolder 6"/>
          <p:cNvSpPr>
            <a:spLocks noGrp="1"/>
          </p:cNvSpPr>
          <p:nvPr>
            <p:ph type="sldNum" idx="48"/>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193EEEDF-9DE9-49D9-AB08-A6FBA34DC4C9}"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grpSp>
        <p:nvGrpSpPr>
          <p:cNvPr id="219" name="Group 6"/>
          <p:cNvGrpSpPr/>
          <p:nvPr/>
        </p:nvGrpSpPr>
        <p:grpSpPr>
          <a:xfrm>
            <a:off x="150840" y="0"/>
            <a:ext cx="2436480" cy="6857640"/>
            <a:chOff x="150840" y="0"/>
            <a:chExt cx="2436480" cy="6857640"/>
          </a:xfrm>
        </p:grpSpPr>
        <p:sp>
          <p:nvSpPr>
            <p:cNvPr id="220" name="Freeform 6"/>
            <p:cNvSpPr/>
            <p:nvPr/>
          </p:nvSpPr>
          <p:spPr>
            <a:xfrm>
              <a:off x="457200" y="0"/>
              <a:ext cx="1122120" cy="5328720"/>
            </a:xfrm>
            <a:custGeom>
              <a:avLst/>
              <a:gdLst>
                <a:gd name="textAreaLeft" fmla="*/ 0 w 1122120"/>
                <a:gd name="textAreaRight" fmla="*/ 1122480 w 1122120"/>
                <a:gd name="textAreaTop" fmla="*/ 0 h 5328720"/>
                <a:gd name="textAreaBottom" fmla="*/ 5329080 h 5328720"/>
              </a:gdLst>
              <a:ahLst/>
              <a:rect l="textAreaLeft" t="textAreaTop" r="textAreaRight" b="textAreaBottom"/>
              <a:pathLst>
                <a:path w="707" h="3357">
                  <a:moveTo>
                    <a:pt x="0" y="3330"/>
                  </a:moveTo>
                  <a:lnTo>
                    <a:pt x="156" y="3357"/>
                  </a:lnTo>
                  <a:lnTo>
                    <a:pt x="707" y="0"/>
                  </a:lnTo>
                  <a:lnTo>
                    <a:pt x="547" y="0"/>
                  </a:lnTo>
                  <a:lnTo>
                    <a:pt x="0" y="3330"/>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1" name="Freeform 7"/>
            <p:cNvSpPr/>
            <p:nvPr/>
          </p:nvSpPr>
          <p:spPr>
            <a:xfrm>
              <a:off x="150840" y="0"/>
              <a:ext cx="1117080" cy="5276520"/>
            </a:xfrm>
            <a:custGeom>
              <a:avLst/>
              <a:gdLst>
                <a:gd name="textAreaLeft" fmla="*/ 0 w 1117080"/>
                <a:gd name="textAreaRight" fmla="*/ 1117440 w 1117080"/>
                <a:gd name="textAreaTop" fmla="*/ 0 h 5276520"/>
                <a:gd name="textAreaBottom" fmla="*/ 5276880 h 5276520"/>
              </a:gdLst>
              <a:ahLst/>
              <a:rect l="textAreaLeft" t="textAreaTop" r="textAreaRight" b="textAreaBottom"/>
              <a:pathLst>
                <a:path w="704" h="3324">
                  <a:moveTo>
                    <a:pt x="704" y="0"/>
                  </a:moveTo>
                  <a:lnTo>
                    <a:pt x="545" y="0"/>
                  </a:lnTo>
                  <a:lnTo>
                    <a:pt x="0" y="3300"/>
                  </a:lnTo>
                  <a:lnTo>
                    <a:pt x="157" y="3324"/>
                  </a:lnTo>
                  <a:lnTo>
                    <a:pt x="704" y="0"/>
                  </a:lnTo>
                  <a:close/>
                </a:path>
              </a:pathLst>
            </a:custGeom>
            <a:solidFill>
              <a:schemeClr val="tx1">
                <a:lumMod val="65000"/>
                <a:lumOff val="3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2" name="Freeform 8"/>
            <p:cNvSpPr/>
            <p:nvPr/>
          </p:nvSpPr>
          <p:spPr>
            <a:xfrm>
              <a:off x="150840" y="5238720"/>
              <a:ext cx="1228320" cy="1618920"/>
            </a:xfrm>
            <a:custGeom>
              <a:avLst/>
              <a:gdLst>
                <a:gd name="textAreaLeft" fmla="*/ 0 w 1228320"/>
                <a:gd name="textAreaRight" fmla="*/ 1228680 w 1228320"/>
                <a:gd name="textAreaTop" fmla="*/ 0 h 1618920"/>
                <a:gd name="textAreaBottom" fmla="*/ 1619280 h 1618920"/>
              </a:gdLst>
              <a:ahLst/>
              <a:rect l="textAreaLeft" t="textAreaTop" r="textAreaRight" b="textAreaBottom"/>
              <a:pathLst>
                <a:path w="774" h="1020">
                  <a:moveTo>
                    <a:pt x="0" y="0"/>
                  </a:moveTo>
                  <a:lnTo>
                    <a:pt x="740" y="1020"/>
                  </a:lnTo>
                  <a:lnTo>
                    <a:pt x="774" y="1020"/>
                  </a:lnTo>
                  <a:lnTo>
                    <a:pt x="0" y="0"/>
                  </a:lnTo>
                  <a:close/>
                </a:path>
              </a:pathLst>
            </a:custGeom>
            <a:solidFill>
              <a:schemeClr val="tx1">
                <a:lumMod val="85000"/>
                <a:lumOff val="1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3" name="Freeform 9"/>
            <p:cNvSpPr/>
            <p:nvPr/>
          </p:nvSpPr>
          <p:spPr>
            <a:xfrm>
              <a:off x="457200" y="5291280"/>
              <a:ext cx="1495080" cy="1566360"/>
            </a:xfrm>
            <a:custGeom>
              <a:avLst/>
              <a:gdLst>
                <a:gd name="textAreaLeft" fmla="*/ 0 w 1495080"/>
                <a:gd name="textAreaRight" fmla="*/ 1495440 w 1495080"/>
                <a:gd name="textAreaTop" fmla="*/ 0 h 1566360"/>
                <a:gd name="textAreaBottom" fmla="*/ 1566720 h 1566360"/>
              </a:gdLst>
              <a:ahLst/>
              <a:rect l="textAreaLeft" t="textAreaTop" r="textAreaRight" b="textAreaBottom"/>
              <a:pathLst>
                <a:path w="942" h="987">
                  <a:moveTo>
                    <a:pt x="0" y="0"/>
                  </a:moveTo>
                  <a:lnTo>
                    <a:pt x="909" y="987"/>
                  </a:lnTo>
                  <a:lnTo>
                    <a:pt x="942" y="987"/>
                  </a:lnTo>
                  <a:lnTo>
                    <a:pt x="0" y="0"/>
                  </a:lnTo>
                  <a:close/>
                </a:path>
              </a:pathLst>
            </a:custGeom>
            <a:solidFill>
              <a:schemeClr val="accent1">
                <a:lumMod val="50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4" name="Freeform 10"/>
            <p:cNvSpPr/>
            <p:nvPr/>
          </p:nvSpPr>
          <p:spPr>
            <a:xfrm>
              <a:off x="457200" y="5286240"/>
              <a:ext cx="2130120" cy="1571400"/>
            </a:xfrm>
            <a:custGeom>
              <a:avLst/>
              <a:gdLst>
                <a:gd name="textAreaLeft" fmla="*/ 0 w 2130120"/>
                <a:gd name="textAreaRight" fmla="*/ 2130480 w 2130120"/>
                <a:gd name="textAreaTop" fmla="*/ 0 h 1571400"/>
                <a:gd name="textAreaBottom" fmla="*/ 1571760 h 1571400"/>
              </a:gdLst>
              <a:ahLst/>
              <a:rect l="textAreaLeft" t="textAreaTop" r="textAreaRight" b="textAreaBottom"/>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25" name="Freeform 11"/>
            <p:cNvSpPr/>
            <p:nvPr/>
          </p:nvSpPr>
          <p:spPr>
            <a:xfrm>
              <a:off x="150840" y="5238720"/>
              <a:ext cx="1695240" cy="1618920"/>
            </a:xfrm>
            <a:custGeom>
              <a:avLst/>
              <a:gdLst>
                <a:gd name="textAreaLeft" fmla="*/ 0 w 1695240"/>
                <a:gd name="textAreaRight" fmla="*/ 1695600 w 1695240"/>
                <a:gd name="textAreaTop" fmla="*/ 0 h 1618920"/>
                <a:gd name="textAreaBottom" fmla="*/ 1619280 h 1618920"/>
              </a:gdLst>
              <a:ahLst/>
              <a:rect l="textAreaLeft" t="textAreaTop" r="textAreaRight" b="textAreaBottom"/>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226" name="PlaceHolder 1"/>
          <p:cNvSpPr>
            <a:spLocks noGrp="1"/>
          </p:cNvSpPr>
          <p:nvPr>
            <p:ph type="title"/>
          </p:nvPr>
        </p:nvSpPr>
        <p:spPr>
          <a:xfrm>
            <a:off x="1482840" y="1752480"/>
            <a:ext cx="5425920" cy="1371240"/>
          </a:xfrm>
          <a:prstGeom prst="rect">
            <a:avLst/>
          </a:prstGeom>
          <a:noFill/>
          <a:ln w="0">
            <a:noFill/>
          </a:ln>
        </p:spPr>
        <p:txBody>
          <a:bodyPr lIns="91440" rIns="91440" tIns="45720" bIns="45720" anchor="b">
            <a:normAutofit/>
          </a:bodyPr>
          <a:p>
            <a:pPr indent="0" algn="ctr" defTabSz="457200">
              <a:lnSpc>
                <a:spcPct val="100000"/>
              </a:lnSpc>
              <a:buNone/>
            </a:pPr>
            <a:r>
              <a:rPr b="0" lang="en-US" sz="2800" spc="-1" strike="noStrike">
                <a:solidFill>
                  <a:schemeClr val="dk1"/>
                </a:solidFill>
                <a:latin typeface="Corbel"/>
              </a:rPr>
              <a:t>Click to edit Master title style</a:t>
            </a:r>
            <a:endParaRPr b="0" lang="en-US" sz="2800" spc="-1" strike="noStrike">
              <a:solidFill>
                <a:schemeClr val="dk1"/>
              </a:solidFill>
              <a:latin typeface="Corbel"/>
            </a:endParaRPr>
          </a:p>
        </p:txBody>
      </p:sp>
      <p:sp>
        <p:nvSpPr>
          <p:cNvPr id="227" name="PlaceHolder 2"/>
          <p:cNvSpPr>
            <a:spLocks noGrp="1"/>
          </p:cNvSpPr>
          <p:nvPr>
            <p:ph type="body"/>
          </p:nvPr>
        </p:nvSpPr>
        <p:spPr>
          <a:xfrm>
            <a:off x="7594560" y="914400"/>
            <a:ext cx="3280680" cy="4571640"/>
          </a:xfrm>
          <a:prstGeom prst="rect">
            <a:avLst/>
          </a:prstGeom>
          <a:noFill/>
          <a:ln w="38160">
            <a:solidFill>
              <a:schemeClr val="lt2"/>
            </a:solidFill>
            <a:round/>
          </a:ln>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Corbel"/>
              </a:rPr>
              <a:t>Click icon to add picture</a:t>
            </a:r>
            <a:endParaRPr b="0" lang="en-US" sz="1600" spc="-1" strike="noStrike">
              <a:solidFill>
                <a:schemeClr val="dk1"/>
              </a:solidFill>
              <a:latin typeface="Corbel"/>
            </a:endParaRPr>
          </a:p>
        </p:txBody>
      </p:sp>
      <p:sp>
        <p:nvSpPr>
          <p:cNvPr id="228" name="PlaceHolder 3"/>
          <p:cNvSpPr>
            <a:spLocks noGrp="1"/>
          </p:cNvSpPr>
          <p:nvPr>
            <p:ph type="body"/>
          </p:nvPr>
        </p:nvSpPr>
        <p:spPr>
          <a:xfrm>
            <a:off x="1482840" y="3124080"/>
            <a:ext cx="5425920" cy="1828440"/>
          </a:xfrm>
          <a:prstGeom prst="rect">
            <a:avLst/>
          </a:prstGeom>
          <a:noFill/>
          <a:ln w="0">
            <a:noFill/>
          </a:ln>
        </p:spPr>
        <p:txBody>
          <a:bodyPr lIns="91440" rIns="91440" tIns="45720" bIns="45720" anchor="ctr">
            <a:normAutofit/>
          </a:bodyPr>
          <a:p>
            <a:pPr indent="0" algn="ctr" defTabSz="457200">
              <a:lnSpc>
                <a:spcPct val="100000"/>
              </a:lnSpc>
              <a:spcBef>
                <a:spcPts val="360"/>
              </a:spcBef>
              <a:spcAft>
                <a:spcPts val="601"/>
              </a:spcAft>
              <a:buNone/>
              <a:tabLst>
                <a:tab algn="l" pos="0"/>
              </a:tabLst>
            </a:pPr>
            <a:r>
              <a:rPr b="0" lang="en-US" sz="1800" spc="-1" strike="noStrike">
                <a:solidFill>
                  <a:schemeClr val="dk1"/>
                </a:solidFill>
                <a:latin typeface="Corbel"/>
              </a:rPr>
              <a:t>Edit Master text styles</a:t>
            </a:r>
            <a:endParaRPr b="0" lang="en-US" sz="1800" spc="-1" strike="noStrike">
              <a:solidFill>
                <a:schemeClr val="dk1"/>
              </a:solidFill>
              <a:latin typeface="Corbel"/>
            </a:endParaRPr>
          </a:p>
        </p:txBody>
      </p:sp>
      <p:sp>
        <p:nvSpPr>
          <p:cNvPr id="229" name="PlaceHolder 4"/>
          <p:cNvSpPr>
            <a:spLocks noGrp="1"/>
          </p:cNvSpPr>
          <p:nvPr>
            <p:ph type="dt" idx="49"/>
          </p:nvPr>
        </p:nvSpPr>
        <p:spPr>
          <a:xfrm>
            <a:off x="9732600" y="5883120"/>
            <a:ext cx="114264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r>
              <a:rPr b="0" lang="en-IN" sz="1000" spc="-1" strike="noStrike">
                <a:solidFill>
                  <a:schemeClr val="dk1"/>
                </a:solidFill>
                <a:latin typeface="Corbel"/>
              </a:rPr>
              <a:t>&lt;date/time&gt;</a:t>
            </a:r>
            <a:endParaRPr b="0" lang="en-IN" sz="1000" spc="-1" strike="noStrike">
              <a:solidFill>
                <a:srgbClr val="000000"/>
              </a:solidFill>
              <a:latin typeface="Times New Roman"/>
            </a:endParaRPr>
          </a:p>
        </p:txBody>
      </p:sp>
      <p:sp>
        <p:nvSpPr>
          <p:cNvPr id="230" name="PlaceHolder 5"/>
          <p:cNvSpPr>
            <a:spLocks noGrp="1"/>
          </p:cNvSpPr>
          <p:nvPr>
            <p:ph type="ftr" idx="50"/>
          </p:nvPr>
        </p:nvSpPr>
        <p:spPr>
          <a:xfrm>
            <a:off x="2572200" y="5883120"/>
            <a:ext cx="70837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31" name="PlaceHolder 6"/>
          <p:cNvSpPr>
            <a:spLocks noGrp="1"/>
          </p:cNvSpPr>
          <p:nvPr>
            <p:ph type="sldNum" idx="51"/>
          </p:nvPr>
        </p:nvSpPr>
        <p:spPr>
          <a:xfrm>
            <a:off x="10951920" y="5883120"/>
            <a:ext cx="550800" cy="364680"/>
          </a:xfrm>
          <a:prstGeom prst="rect">
            <a:avLst/>
          </a:prstGeom>
          <a:noFill/>
          <a:ln w="0">
            <a:noFill/>
          </a:ln>
        </p:spPr>
        <p:txBody>
          <a:bodyPr lIns="91440" rIns="91440" tIns="45720" bIns="45720" anchor="ctr">
            <a:noAutofit/>
          </a:bodyPr>
          <a:lstStyle>
            <a:lvl1pPr indent="0" algn="r" defTabSz="457200">
              <a:lnSpc>
                <a:spcPct val="100000"/>
              </a:lnSpc>
              <a:buNone/>
              <a:defRPr b="0" lang="en-IN" sz="1000" spc="-1" strike="noStrike">
                <a:solidFill>
                  <a:schemeClr val="dk1"/>
                </a:solidFill>
                <a:latin typeface="Corbel"/>
              </a:defRPr>
            </a:lvl1pPr>
          </a:lstStyle>
          <a:p>
            <a:pPr indent="0" algn="r" defTabSz="457200">
              <a:lnSpc>
                <a:spcPct val="100000"/>
              </a:lnSpc>
              <a:buNone/>
            </a:pPr>
            <a:fld id="{D353BB87-5762-47F1-8BEA-5D32F8862C10}" type="slidenum">
              <a:rPr b="0" lang="en-IN" sz="1000" spc="-1" strike="noStrike">
                <a:solidFill>
                  <a:schemeClr val="dk1"/>
                </a:solidFill>
                <a:latin typeface="Corbel"/>
              </a:rPr>
              <a:t>&lt;number&gt;</a:t>
            </a:fld>
            <a:endParaRPr b="0" lang="en-IN"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5.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5.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5.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5.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5.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hyperlink" Target="https://www.figma.com/community/file/1467196201248983459" TargetMode="External"/><Relationship Id="rId2" Type="http://schemas.openxmlformats.org/officeDocument/2006/relationships/hyperlink" Target="https://github.com/SumanAdithan/student-information-system" TargetMode="External"/><Relationship Id="rId3"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1484280" y="685800"/>
            <a:ext cx="10018440" cy="525744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STUDENT INFORMATION SYSTEM</a:t>
            </a:r>
            <a:endParaRPr b="0" lang="en-US" sz="40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484280" y="280080"/>
            <a:ext cx="10018440" cy="70884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ABSTRACT</a:t>
            </a:r>
            <a:endParaRPr b="0" lang="en-US" sz="4000" spc="-1" strike="noStrike">
              <a:solidFill>
                <a:schemeClr val="dk1"/>
              </a:solidFill>
              <a:latin typeface="Corbel"/>
            </a:endParaRPr>
          </a:p>
        </p:txBody>
      </p:sp>
      <p:sp>
        <p:nvSpPr>
          <p:cNvPr id="234" name="PlaceHolder 2"/>
          <p:cNvSpPr>
            <a:spLocks noGrp="1"/>
          </p:cNvSpPr>
          <p:nvPr>
            <p:ph/>
          </p:nvPr>
        </p:nvSpPr>
        <p:spPr>
          <a:xfrm>
            <a:off x="1484280" y="0"/>
            <a:ext cx="10253160" cy="6726960"/>
          </a:xfrm>
          <a:prstGeom prst="rect">
            <a:avLst/>
          </a:prstGeom>
          <a:noFill/>
          <a:ln w="0">
            <a:noFill/>
          </a:ln>
        </p:spPr>
        <p:txBody>
          <a:bodyPr lIns="91440" rIns="91440" tIns="45720" bIns="45720" anchor="ctr">
            <a:noAutofit/>
          </a:bodyPr>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The main objective of this project is to provide the hand free access to see their information for students and teachers through web interface. </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This project  “STUDENT INFORMATION SYSTEM” gives us the complete information about the teachers and students </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We can add information about students and teachers and retrieve the details of students and teachers. Student can able to see their arrears, current CGPA, attendance percentage,fee structure etc</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In this project student and teacher can able to download their subject resources, and able to see their time table.  </a:t>
            </a:r>
            <a:endParaRPr b="0" lang="en-US" sz="24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1598040" y="420480"/>
            <a:ext cx="10018440" cy="70884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PROBLEM STATEMENT</a:t>
            </a:r>
            <a:endParaRPr b="0" lang="en-US" sz="4000" spc="-1" strike="noStrike">
              <a:solidFill>
                <a:schemeClr val="dk1"/>
              </a:solidFill>
              <a:latin typeface="Corbel"/>
            </a:endParaRPr>
          </a:p>
        </p:txBody>
      </p:sp>
      <p:sp>
        <p:nvSpPr>
          <p:cNvPr id="236" name="PlaceHolder 2"/>
          <p:cNvSpPr>
            <a:spLocks noGrp="1"/>
          </p:cNvSpPr>
          <p:nvPr>
            <p:ph/>
          </p:nvPr>
        </p:nvSpPr>
        <p:spPr>
          <a:xfrm>
            <a:off x="1359360" y="1004040"/>
            <a:ext cx="10495800" cy="4723920"/>
          </a:xfrm>
          <a:prstGeom prst="rect">
            <a:avLst/>
          </a:prstGeom>
          <a:noFill/>
          <a:ln w="0">
            <a:noFill/>
          </a:ln>
        </p:spPr>
        <p:txBody>
          <a:bodyPr lIns="91440" rIns="91440" tIns="45720" bIns="45720" anchor="ctr">
            <a:normAutofit fontScale="93713"/>
          </a:bodyPr>
          <a:p>
            <a:pPr indent="0" defTabSz="457200">
              <a:lnSpc>
                <a:spcPct val="100000"/>
              </a:lnSpc>
              <a:spcBef>
                <a:spcPts val="479"/>
              </a:spcBef>
              <a:spcAft>
                <a:spcPts val="601"/>
              </a:spcAft>
              <a:buNone/>
            </a:pP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In many educational institutions, the management of student data such as fee payments, attendance, academic performance, and communication between faculty and students is still handled through manual or semi-digital processes. This results in several challenges including data inconsistency, lack of transparency, time-consuming administrative tasks, and difficulty in tracking academic progress.</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Students often face difficulties in accessing their academic records, tracking project submissions, and staying updated on college circulars or time tables. Similarly, faculty members struggle with manually managing marks, attendance, and internal assessments, while administrators lack a centralized system to monitor fee collections, academic performance, and overall student data.</a:t>
            </a:r>
            <a:endParaRPr b="0" lang="en-US" sz="2400" spc="-1" strike="noStrike">
              <a:solidFill>
                <a:schemeClr val="dk1"/>
              </a:solidFill>
              <a:latin typeface="Corbel"/>
            </a:endParaRPr>
          </a:p>
          <a:p>
            <a:pPr indent="0" defTabSz="457200">
              <a:lnSpc>
                <a:spcPct val="100000"/>
              </a:lnSpc>
              <a:spcBef>
                <a:spcPts val="479"/>
              </a:spcBef>
              <a:spcAft>
                <a:spcPts val="601"/>
              </a:spcAft>
              <a:buNone/>
            </a:pPr>
            <a:endParaRPr b="0" lang="en-US" sz="24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1484280" y="280080"/>
            <a:ext cx="10018440" cy="70884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EXISTING SYSTEM</a:t>
            </a:r>
            <a:endParaRPr b="0" lang="en-US" sz="4000" spc="-1" strike="noStrike">
              <a:solidFill>
                <a:schemeClr val="dk1"/>
              </a:solidFill>
              <a:latin typeface="Corbel"/>
            </a:endParaRPr>
          </a:p>
        </p:txBody>
      </p:sp>
      <p:sp>
        <p:nvSpPr>
          <p:cNvPr id="238" name="PlaceHolder 2"/>
          <p:cNvSpPr>
            <a:spLocks noGrp="1"/>
          </p:cNvSpPr>
          <p:nvPr>
            <p:ph/>
          </p:nvPr>
        </p:nvSpPr>
        <p:spPr>
          <a:xfrm>
            <a:off x="1484280" y="1698120"/>
            <a:ext cx="10495800" cy="3517200"/>
          </a:xfrm>
          <a:prstGeom prst="rect">
            <a:avLst/>
          </a:prstGeom>
          <a:noFill/>
          <a:ln w="0">
            <a:noFill/>
          </a:ln>
        </p:spPr>
        <p:txBody>
          <a:bodyPr lIns="91440" rIns="91440" tIns="45720" bIns="45720" anchor="ctr">
            <a:normAutofit/>
          </a:bodyPr>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In the existing system the details are stored manually, only a faculty can view the details. </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The following are the disadvantages of the existing system</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More man power.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Lots of paper work.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Time consuming.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Data Inconsistency. </a:t>
            </a:r>
            <a:endParaRPr b="0" lang="en-US" sz="2000" spc="-1" strike="noStrike">
              <a:solidFill>
                <a:schemeClr val="dk1"/>
              </a:solidFill>
              <a:latin typeface="Corbel"/>
            </a:endParaRPr>
          </a:p>
          <a:p>
            <a:pPr marL="457200" indent="0" defTabSz="457200">
              <a:lnSpc>
                <a:spcPct val="100000"/>
              </a:lnSpc>
              <a:spcBef>
                <a:spcPts val="400"/>
              </a:spcBef>
              <a:spcAft>
                <a:spcPts val="601"/>
              </a:spcAft>
              <a:buNone/>
              <a:tabLst>
                <a:tab algn="l" pos="0"/>
              </a:tabLst>
            </a:pPr>
            <a:endParaRPr b="0" lang="en-US" sz="2000" spc="-1" strike="noStrike">
              <a:solidFill>
                <a:schemeClr val="dk1"/>
              </a:solidFill>
              <a:latin typeface="Corbel"/>
            </a:endParaRPr>
          </a:p>
          <a:p>
            <a:pPr indent="0" defTabSz="457200">
              <a:lnSpc>
                <a:spcPct val="100000"/>
              </a:lnSpc>
              <a:spcBef>
                <a:spcPts val="400"/>
              </a:spcBef>
              <a:spcAft>
                <a:spcPts val="601"/>
              </a:spcAft>
              <a:buNone/>
              <a:tabLst>
                <a:tab algn="l" pos="0"/>
              </a:tabLst>
            </a:pPr>
            <a:endParaRPr b="0" lang="en-US" sz="20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1484280" y="280080"/>
            <a:ext cx="10018440" cy="70884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PROPOSED SYSTEM</a:t>
            </a:r>
            <a:endParaRPr b="0" lang="en-US" sz="4000" spc="-1" strike="noStrike">
              <a:solidFill>
                <a:schemeClr val="dk1"/>
              </a:solidFill>
              <a:latin typeface="Corbel"/>
            </a:endParaRPr>
          </a:p>
        </p:txBody>
      </p:sp>
      <p:sp>
        <p:nvSpPr>
          <p:cNvPr id="240" name="PlaceHolder 2"/>
          <p:cNvSpPr>
            <a:spLocks noGrp="1"/>
          </p:cNvSpPr>
          <p:nvPr>
            <p:ph/>
          </p:nvPr>
        </p:nvSpPr>
        <p:spPr>
          <a:xfrm>
            <a:off x="1484280" y="1698120"/>
            <a:ext cx="10495800" cy="3517200"/>
          </a:xfrm>
          <a:prstGeom prst="rect">
            <a:avLst/>
          </a:prstGeom>
          <a:noFill/>
          <a:ln w="0">
            <a:noFill/>
          </a:ln>
        </p:spPr>
        <p:txBody>
          <a:bodyPr lIns="91440" rIns="91440" tIns="45720" bIns="45720" anchor="ctr">
            <a:normAutofit fontScale="87465"/>
          </a:bodyPr>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The proposed system is a web application that is accessible anywhere provided you have internet connection. </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The following are the advantages of the proposed system</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Well-designed user interface.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Scalability.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Data integrity.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IN" sz="2000" spc="-1" strike="noStrike">
                <a:solidFill>
                  <a:schemeClr val="dk1"/>
                </a:solidFill>
                <a:latin typeface="Corbel"/>
              </a:rPr>
              <a:t>More effective and efficient.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GB" sz="2000" spc="-1" strike="noStrike">
                <a:solidFill>
                  <a:schemeClr val="dk1"/>
                </a:solidFill>
                <a:latin typeface="Corbel"/>
              </a:rPr>
              <a:t>Improves communication between students, faculty, and administration.</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pPr>
            <a:r>
              <a:rPr b="0" lang="en-GB" sz="2000" spc="-1" strike="noStrike">
                <a:solidFill>
                  <a:schemeClr val="dk1"/>
                </a:solidFill>
                <a:latin typeface="Corbel"/>
              </a:rPr>
              <a:t>Offer user friendly and secure environment </a:t>
            </a:r>
            <a:endParaRPr b="0" lang="en-US" sz="20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1698480" y="557280"/>
            <a:ext cx="10018440" cy="797400"/>
          </a:xfrm>
          <a:prstGeom prst="rect">
            <a:avLst/>
          </a:prstGeom>
          <a:noFill/>
          <a:ln w="0">
            <a:noFill/>
          </a:ln>
        </p:spPr>
        <p:txBody>
          <a:bodyPr lIns="91440" rIns="91440" tIns="45720" bIns="45720" anchor="ctr">
            <a:noAutofit/>
          </a:bodyPr>
          <a:p>
            <a:pPr indent="0" defTabSz="457200">
              <a:lnSpc>
                <a:spcPct val="100000"/>
              </a:lnSpc>
              <a:buNone/>
            </a:pPr>
            <a:r>
              <a:rPr b="0" lang="en-GB" sz="4000" spc="-1" strike="noStrike">
                <a:solidFill>
                  <a:schemeClr val="dk1"/>
                </a:solidFill>
                <a:latin typeface="Corbel"/>
              </a:rPr>
              <a:t>TECHNOLOGIES USED:</a:t>
            </a:r>
            <a:endParaRPr b="0" lang="en-US" sz="4000" spc="-1" strike="noStrike">
              <a:solidFill>
                <a:schemeClr val="dk1"/>
              </a:solidFill>
              <a:latin typeface="Corbel"/>
            </a:endParaRPr>
          </a:p>
        </p:txBody>
      </p:sp>
      <p:sp>
        <p:nvSpPr>
          <p:cNvPr id="242" name="PlaceHolder 2"/>
          <p:cNvSpPr>
            <a:spLocks noGrp="1"/>
          </p:cNvSpPr>
          <p:nvPr>
            <p:ph/>
          </p:nvPr>
        </p:nvSpPr>
        <p:spPr>
          <a:xfrm>
            <a:off x="1698480" y="1769040"/>
            <a:ext cx="10018440" cy="3849120"/>
          </a:xfrm>
          <a:prstGeom prst="rect">
            <a:avLst/>
          </a:prstGeom>
          <a:noFill/>
          <a:ln w="0">
            <a:noFill/>
          </a:ln>
        </p:spPr>
        <p:txBody>
          <a:bodyPr lIns="91440" rIns="91440" tIns="45720" bIns="45720" anchor="ctr">
            <a:normAutofit/>
          </a:bodyPr>
          <a:p>
            <a:pPr indent="0" defTabSz="457200">
              <a:lnSpc>
                <a:spcPct val="100000"/>
              </a:lnSpc>
              <a:spcBef>
                <a:spcPts val="479"/>
              </a:spcBef>
              <a:spcAft>
                <a:spcPts val="601"/>
              </a:spcAft>
              <a:buNone/>
              <a:tabLst>
                <a:tab algn="l" pos="0"/>
              </a:tabLst>
            </a:pPr>
            <a:r>
              <a:rPr b="0" lang="en-GB" sz="2400" spc="-1" strike="noStrike">
                <a:solidFill>
                  <a:schemeClr val="dk1"/>
                </a:solidFill>
                <a:latin typeface="Corbel"/>
              </a:rPr>
              <a:t>These are the following technologies used to build the app</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React js</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Node js</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Express js</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Mongo db</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Typescript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Git</a:t>
            </a:r>
            <a:endParaRPr b="0" lang="en-US" sz="2000" spc="-1" strike="noStrike">
              <a:solidFill>
                <a:schemeClr val="dk1"/>
              </a:solidFill>
              <a:latin typeface="Corbel"/>
            </a:endParaRPr>
          </a:p>
          <a:p>
            <a:pPr marL="457200" indent="0" defTabSz="457200">
              <a:lnSpc>
                <a:spcPct val="100000"/>
              </a:lnSpc>
              <a:spcBef>
                <a:spcPts val="400"/>
              </a:spcBef>
              <a:spcAft>
                <a:spcPts val="601"/>
              </a:spcAft>
              <a:buNone/>
              <a:tabLst>
                <a:tab algn="l" pos="0"/>
              </a:tabLst>
            </a:pPr>
            <a:endParaRPr b="0" lang="en-US" sz="20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484280" y="685800"/>
            <a:ext cx="10018440" cy="685440"/>
          </a:xfrm>
          <a:prstGeom prst="rect">
            <a:avLst/>
          </a:prstGeom>
          <a:noFill/>
          <a:ln w="0">
            <a:noFill/>
          </a:ln>
        </p:spPr>
        <p:txBody>
          <a:bodyPr lIns="91440" rIns="91440" tIns="45720" bIns="45720" anchor="ctr">
            <a:normAutofit/>
          </a:bodyPr>
          <a:p>
            <a:pPr indent="0" algn="ctr" defTabSz="457200">
              <a:lnSpc>
                <a:spcPct val="100000"/>
              </a:lnSpc>
              <a:buNone/>
            </a:pPr>
            <a:r>
              <a:rPr b="1" lang="en-IN" sz="4000" spc="-1" strike="noStrike">
                <a:solidFill>
                  <a:schemeClr val="dk1"/>
                </a:solidFill>
                <a:latin typeface="Corbel"/>
              </a:rPr>
              <a:t>SYSTEM ANALYSIS </a:t>
            </a:r>
            <a:endParaRPr b="0" lang="en-US" sz="4000" spc="-1" strike="noStrike">
              <a:solidFill>
                <a:schemeClr val="dk1"/>
              </a:solidFill>
              <a:latin typeface="Corbel"/>
            </a:endParaRPr>
          </a:p>
        </p:txBody>
      </p:sp>
      <p:sp>
        <p:nvSpPr>
          <p:cNvPr id="244" name="PlaceHolder 2"/>
          <p:cNvSpPr>
            <a:spLocks noGrp="1"/>
          </p:cNvSpPr>
          <p:nvPr>
            <p:ph/>
          </p:nvPr>
        </p:nvSpPr>
        <p:spPr>
          <a:xfrm>
            <a:off x="1595520" y="1250280"/>
            <a:ext cx="9907200" cy="5215320"/>
          </a:xfrm>
          <a:prstGeom prst="rect">
            <a:avLst/>
          </a:prstGeom>
          <a:noFill/>
          <a:ln w="0">
            <a:noFill/>
          </a:ln>
        </p:spPr>
        <p:txBody>
          <a:bodyPr lIns="91440" rIns="91440" tIns="45720" bIns="45720" anchor="ctr">
            <a:noAutofit/>
          </a:bodyPr>
          <a:p>
            <a:pPr indent="0" defTabSz="457200">
              <a:lnSpc>
                <a:spcPct val="100000"/>
              </a:lnSpc>
              <a:spcBef>
                <a:spcPts val="360"/>
              </a:spcBef>
              <a:spcAft>
                <a:spcPts val="601"/>
              </a:spcAft>
              <a:buNone/>
              <a:tabLst>
                <a:tab algn="l" pos="0"/>
              </a:tabLst>
            </a:pPr>
            <a:r>
              <a:rPr b="1" lang="en-IN" sz="1800" spc="-1" strike="noStrike">
                <a:solidFill>
                  <a:schemeClr val="dk1"/>
                </a:solidFill>
                <a:latin typeface="Corbel"/>
              </a:rPr>
              <a:t>HARDWARE REQUIREMENTS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Processor : Intel/Amd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nn-NO" sz="1800" spc="-1" strike="noStrike">
                <a:solidFill>
                  <a:schemeClr val="dk1"/>
                </a:solidFill>
                <a:latin typeface="Corbel"/>
              </a:rPr>
              <a:t>Ram : 4.00 GB (3.89 GB usable)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Hard disk : 40 GB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Monitor : 15’’mVGA monitor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Keyboard : 104 keys Keyboard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Mouse : Optical mouse </a:t>
            </a:r>
            <a:endParaRPr b="0" lang="en-US" sz="1800" spc="-1" strike="noStrike">
              <a:solidFill>
                <a:schemeClr val="dk1"/>
              </a:solidFill>
              <a:latin typeface="Corbel"/>
            </a:endParaRPr>
          </a:p>
          <a:p>
            <a:pPr indent="0" defTabSz="457200">
              <a:lnSpc>
                <a:spcPct val="100000"/>
              </a:lnSpc>
              <a:spcBef>
                <a:spcPts val="360"/>
              </a:spcBef>
              <a:spcAft>
                <a:spcPts val="601"/>
              </a:spcAft>
              <a:buNone/>
              <a:tabLst>
                <a:tab algn="l" pos="0"/>
              </a:tabLst>
            </a:pPr>
            <a:r>
              <a:rPr b="1" lang="en-IN" sz="1800" spc="-1" strike="noStrike">
                <a:solidFill>
                  <a:schemeClr val="dk1"/>
                </a:solidFill>
                <a:latin typeface="Corbel"/>
              </a:rPr>
              <a:t>SOFTWARE REQUIREMENTS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Operating System : 64-bit OS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GB" sz="1800" spc="-1" strike="noStrike">
                <a:solidFill>
                  <a:schemeClr val="dk1"/>
                </a:solidFill>
                <a:latin typeface="Corbel"/>
              </a:rPr>
              <a:t>Local Host Server : MongoDB-Node.js Database Connectivity : MongoDB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Front End : React </a:t>
            </a:r>
            <a:endParaRPr b="0" lang="en-US" sz="1800" spc="-1" strike="noStrike">
              <a:solidFill>
                <a:schemeClr val="dk1"/>
              </a:solidFill>
              <a:latin typeface="Corbel"/>
            </a:endParaRPr>
          </a:p>
          <a:p>
            <a:pPr lvl="1" marL="743040" indent="-285840" defTabSz="457200">
              <a:lnSpc>
                <a:spcPct val="100000"/>
              </a:lnSpc>
              <a:spcBef>
                <a:spcPts val="360"/>
              </a:spcBef>
              <a:spcAft>
                <a:spcPts val="601"/>
              </a:spcAft>
              <a:buClr>
                <a:srgbClr val="1287c3"/>
              </a:buClr>
              <a:buSzPct val="145000"/>
              <a:buFont typeface="Arial"/>
              <a:buChar char="•"/>
              <a:tabLst>
                <a:tab algn="l" pos="0"/>
              </a:tabLst>
            </a:pPr>
            <a:r>
              <a:rPr b="0" lang="en-IN" sz="1800" spc="-1" strike="noStrike">
                <a:solidFill>
                  <a:schemeClr val="dk1"/>
                </a:solidFill>
                <a:latin typeface="Corbel"/>
              </a:rPr>
              <a:t>Back End : Express.js </a:t>
            </a:r>
            <a:endParaRPr b="0" lang="en-US" sz="18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1392480" y="487440"/>
            <a:ext cx="10018440" cy="825480"/>
          </a:xfrm>
          <a:prstGeom prst="rect">
            <a:avLst/>
          </a:prstGeom>
          <a:noFill/>
          <a:ln w="0">
            <a:noFill/>
          </a:ln>
        </p:spPr>
        <p:txBody>
          <a:bodyPr lIns="91440" rIns="91440" tIns="45720" bIns="45720" anchor="ctr">
            <a:noAutofit/>
          </a:bodyPr>
          <a:p>
            <a:pPr indent="0" defTabSz="457200">
              <a:lnSpc>
                <a:spcPct val="100000"/>
              </a:lnSpc>
              <a:buNone/>
            </a:pPr>
            <a:r>
              <a:rPr b="1" lang="en-GB" sz="4000" spc="-1" strike="noStrike">
                <a:solidFill>
                  <a:schemeClr val="dk1"/>
                </a:solidFill>
                <a:latin typeface="Corbel"/>
              </a:rPr>
              <a:t>                     </a:t>
            </a:r>
            <a:r>
              <a:rPr b="1" lang="en-GB" sz="4000" spc="-1" strike="noStrike">
                <a:solidFill>
                  <a:schemeClr val="dk1"/>
                </a:solidFill>
                <a:latin typeface="Corbel"/>
              </a:rPr>
              <a:t>PROJECT FUNCTIONALITY  </a:t>
            </a:r>
            <a:endParaRPr b="0" lang="en-US" sz="4000" spc="-1" strike="noStrike">
              <a:solidFill>
                <a:schemeClr val="dk1"/>
              </a:solidFill>
              <a:latin typeface="Corbel"/>
            </a:endParaRPr>
          </a:p>
        </p:txBody>
      </p:sp>
      <p:sp>
        <p:nvSpPr>
          <p:cNvPr id="246" name="PlaceHolder 2"/>
          <p:cNvSpPr>
            <a:spLocks noGrp="1"/>
          </p:cNvSpPr>
          <p:nvPr>
            <p:ph/>
          </p:nvPr>
        </p:nvSpPr>
        <p:spPr>
          <a:xfrm>
            <a:off x="1602000" y="2064240"/>
            <a:ext cx="9599040" cy="3480120"/>
          </a:xfrm>
          <a:prstGeom prst="rect">
            <a:avLst/>
          </a:prstGeom>
          <a:noFill/>
          <a:ln w="0">
            <a:noFill/>
          </a:ln>
        </p:spPr>
        <p:txBody>
          <a:bodyPr lIns="91440" rIns="91440" tIns="45720" bIns="45720" anchor="ctr">
            <a:normAutofit fontScale="84133"/>
          </a:bodyPr>
          <a:p>
            <a:pPr indent="0" defTabSz="457200">
              <a:lnSpc>
                <a:spcPct val="100000"/>
              </a:lnSpc>
              <a:spcBef>
                <a:spcPts val="479"/>
              </a:spcBef>
              <a:spcAft>
                <a:spcPts val="601"/>
              </a:spcAft>
              <a:buNone/>
              <a:tabLst>
                <a:tab algn="l" pos="0"/>
              </a:tabLst>
            </a:pPr>
            <a:r>
              <a:rPr b="0" lang="en-GB" sz="2400" spc="-1" strike="noStrike">
                <a:solidFill>
                  <a:schemeClr val="dk1"/>
                </a:solidFill>
                <a:latin typeface="Corbel"/>
              </a:rPr>
              <a:t>Student Information system performs the following tasks</a:t>
            </a:r>
            <a:endParaRPr b="0" lang="en-US" sz="24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View student details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View teacher details</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View timetable for students and teachers</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Download subject resource</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View fee structure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Feel payment </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View Circulars and Events</a:t>
            </a:r>
            <a:endParaRPr b="0" lang="en-US" sz="2000" spc="-1" strike="noStrike">
              <a:solidFill>
                <a:schemeClr val="dk1"/>
              </a:solidFill>
              <a:latin typeface="Corbel"/>
            </a:endParaRPr>
          </a:p>
          <a:p>
            <a:pPr lvl="1" marL="743040" indent="-285840" defTabSz="457200">
              <a:lnSpc>
                <a:spcPct val="100000"/>
              </a:lnSpc>
              <a:spcBef>
                <a:spcPts val="400"/>
              </a:spcBef>
              <a:spcAft>
                <a:spcPts val="601"/>
              </a:spcAft>
              <a:buClr>
                <a:srgbClr val="1287c3"/>
              </a:buClr>
              <a:buSzPct val="145000"/>
              <a:buFont typeface="Arial"/>
              <a:buChar char="•"/>
              <a:tabLst>
                <a:tab algn="l" pos="0"/>
              </a:tabLst>
            </a:pPr>
            <a:r>
              <a:rPr b="0" lang="en-GB" sz="2000" spc="-1" strike="noStrike">
                <a:solidFill>
                  <a:schemeClr val="dk1"/>
                </a:solidFill>
                <a:latin typeface="Corbel"/>
              </a:rPr>
              <a:t>QR code  Authentication </a:t>
            </a:r>
            <a:endParaRPr b="0" lang="en-US" sz="2000" spc="-1" strike="noStrike">
              <a:solidFill>
                <a:schemeClr val="dk1"/>
              </a:solidFill>
              <a:latin typeface="Corbel"/>
            </a:endParaRPr>
          </a:p>
          <a:p>
            <a:pPr indent="0" defTabSz="457200">
              <a:lnSpc>
                <a:spcPct val="100000"/>
              </a:lnSpc>
              <a:spcBef>
                <a:spcPts val="400"/>
              </a:spcBef>
              <a:spcAft>
                <a:spcPts val="601"/>
              </a:spcAft>
              <a:buNone/>
              <a:tabLst>
                <a:tab algn="l" pos="0"/>
              </a:tabLst>
            </a:pPr>
            <a:endParaRPr b="0" lang="en-US" sz="2000" spc="-1" strike="noStrike">
              <a:solidFill>
                <a:schemeClr val="dk1"/>
              </a:solidFill>
              <a:latin typeface="Corbel"/>
            </a:endParaRPr>
          </a:p>
          <a:p>
            <a:pPr indent="0" defTabSz="457200">
              <a:lnSpc>
                <a:spcPct val="100000"/>
              </a:lnSpc>
              <a:spcBef>
                <a:spcPts val="479"/>
              </a:spcBef>
              <a:spcAft>
                <a:spcPts val="601"/>
              </a:spcAft>
              <a:buNone/>
              <a:tabLst>
                <a:tab algn="l" pos="0"/>
              </a:tabLst>
            </a:pPr>
            <a:endParaRPr b="0" lang="en-US" sz="24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1484280" y="349560"/>
            <a:ext cx="10018440" cy="438120"/>
          </a:xfrm>
          <a:prstGeom prst="rect">
            <a:avLst/>
          </a:prstGeom>
          <a:noFill/>
          <a:ln w="0">
            <a:noFill/>
          </a:ln>
        </p:spPr>
        <p:txBody>
          <a:bodyPr lIns="91440" rIns="91440" tIns="45720" bIns="45720" anchor="ctr">
            <a:normAutofit fontScale="57504"/>
          </a:bodyPr>
          <a:p>
            <a:pPr indent="0" algn="ctr" defTabSz="457200">
              <a:lnSpc>
                <a:spcPct val="100000"/>
              </a:lnSpc>
              <a:buNone/>
            </a:pPr>
            <a:r>
              <a:rPr b="1" lang="en-IN" sz="4000" spc="-1" strike="noStrike">
                <a:solidFill>
                  <a:schemeClr val="dk1"/>
                </a:solidFill>
                <a:latin typeface="Corbel"/>
              </a:rPr>
              <a:t>SYSTEM DESIGN </a:t>
            </a:r>
            <a:endParaRPr b="0" lang="en-US" sz="4000" spc="-1" strike="noStrike">
              <a:solidFill>
                <a:schemeClr val="dk1"/>
              </a:solidFill>
              <a:latin typeface="Corbel"/>
            </a:endParaRPr>
          </a:p>
        </p:txBody>
      </p:sp>
      <p:pic>
        <p:nvPicPr>
          <p:cNvPr id="248" name="Content Placeholder 3" descr=""/>
          <p:cNvPicPr/>
          <p:nvPr/>
        </p:nvPicPr>
        <p:blipFill>
          <a:blip r:embed="rId1"/>
          <a:stretch/>
        </p:blipFill>
        <p:spPr>
          <a:xfrm>
            <a:off x="2451600" y="1376640"/>
            <a:ext cx="8083800" cy="46368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1484280" y="438480"/>
            <a:ext cx="10018440" cy="848880"/>
          </a:xfrm>
          <a:prstGeom prst="rect">
            <a:avLst/>
          </a:prstGeom>
          <a:noFill/>
          <a:ln w="0">
            <a:noFill/>
          </a:ln>
        </p:spPr>
        <p:txBody>
          <a:bodyPr lIns="91440" rIns="91440" tIns="45720" bIns="45720" anchor="ctr">
            <a:normAutofit/>
          </a:bodyPr>
          <a:p>
            <a:pPr indent="0" algn="ctr" defTabSz="457200">
              <a:lnSpc>
                <a:spcPct val="100000"/>
              </a:lnSpc>
              <a:buNone/>
            </a:pPr>
            <a:r>
              <a:rPr b="1" lang="en-IN" sz="4000" spc="-1" strike="noStrike">
                <a:solidFill>
                  <a:schemeClr val="dk1"/>
                </a:solidFill>
                <a:latin typeface="Corbel"/>
              </a:rPr>
              <a:t>DATA FLOW DIAGRAM</a:t>
            </a:r>
            <a:endParaRPr b="0" lang="en-US" sz="4000" spc="-1" strike="noStrike">
              <a:solidFill>
                <a:schemeClr val="dk1"/>
              </a:solidFill>
              <a:latin typeface="Corbel"/>
            </a:endParaRPr>
          </a:p>
        </p:txBody>
      </p:sp>
      <p:pic>
        <p:nvPicPr>
          <p:cNvPr id="250" name="Content Placeholder 4" descr=""/>
          <p:cNvPicPr/>
          <p:nvPr/>
        </p:nvPicPr>
        <p:blipFill>
          <a:blip r:embed="rId1"/>
          <a:stretch/>
        </p:blipFill>
        <p:spPr>
          <a:xfrm>
            <a:off x="1484280" y="1719000"/>
            <a:ext cx="4562280" cy="3561840"/>
          </a:xfrm>
          <a:prstGeom prst="rect">
            <a:avLst/>
          </a:prstGeom>
          <a:ln w="0">
            <a:noFill/>
          </a:ln>
        </p:spPr>
      </p:pic>
      <p:pic>
        <p:nvPicPr>
          <p:cNvPr id="251" name="Picture 6" descr=""/>
          <p:cNvPicPr/>
          <p:nvPr/>
        </p:nvPicPr>
        <p:blipFill>
          <a:blip r:embed="rId2"/>
          <a:stretch/>
        </p:blipFill>
        <p:spPr>
          <a:xfrm>
            <a:off x="6420240" y="1719000"/>
            <a:ext cx="5248080" cy="34380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1484280" y="438480"/>
            <a:ext cx="10018440" cy="848880"/>
          </a:xfrm>
          <a:prstGeom prst="rect">
            <a:avLst/>
          </a:prstGeom>
          <a:noFill/>
          <a:ln w="0">
            <a:noFill/>
          </a:ln>
        </p:spPr>
        <p:txBody>
          <a:bodyPr lIns="91440" rIns="91440" tIns="45720" bIns="45720" anchor="ctr">
            <a:normAutofit/>
          </a:bodyPr>
          <a:p>
            <a:pPr indent="0" algn="ctr" defTabSz="457200">
              <a:lnSpc>
                <a:spcPct val="100000"/>
              </a:lnSpc>
              <a:buNone/>
            </a:pPr>
            <a:r>
              <a:rPr b="1" lang="en-IN" sz="4000" spc="-1" strike="noStrike">
                <a:solidFill>
                  <a:schemeClr val="dk1"/>
                </a:solidFill>
                <a:latin typeface="Corbel"/>
              </a:rPr>
              <a:t>DATA FLOW DIAGRAM</a:t>
            </a:r>
            <a:endParaRPr b="0" lang="en-US" sz="4000" spc="-1" strike="noStrike">
              <a:solidFill>
                <a:schemeClr val="dk1"/>
              </a:solidFill>
              <a:latin typeface="Corbel"/>
            </a:endParaRPr>
          </a:p>
        </p:txBody>
      </p:sp>
      <p:pic>
        <p:nvPicPr>
          <p:cNvPr id="253" name="Content Placeholder 3" descr=""/>
          <p:cNvPicPr/>
          <p:nvPr/>
        </p:nvPicPr>
        <p:blipFill>
          <a:blip r:embed="rId1"/>
          <a:stretch/>
        </p:blipFill>
        <p:spPr>
          <a:xfrm>
            <a:off x="1484280" y="1719000"/>
            <a:ext cx="4768200" cy="3438000"/>
          </a:xfrm>
          <a:prstGeom prst="rect">
            <a:avLst/>
          </a:prstGeom>
          <a:ln w="0">
            <a:noFill/>
          </a:ln>
        </p:spPr>
      </p:pic>
      <p:pic>
        <p:nvPicPr>
          <p:cNvPr id="254" name="Picture 5" descr=""/>
          <p:cNvPicPr/>
          <p:nvPr/>
        </p:nvPicPr>
        <p:blipFill>
          <a:blip r:embed="rId2"/>
          <a:stretch/>
        </p:blipFill>
        <p:spPr>
          <a:xfrm>
            <a:off x="6493680" y="1719000"/>
            <a:ext cx="5248080" cy="3438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1484280" y="685800"/>
            <a:ext cx="10018440" cy="567720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PROJECT IMAGES</a:t>
            </a:r>
            <a:endParaRPr b="0" lang="en-US" sz="40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6" name="" descr=""/>
          <p:cNvPicPr/>
          <p:nvPr/>
        </p:nvPicPr>
        <p:blipFill>
          <a:blip r:embed="rId1"/>
          <a:stretch/>
        </p:blipFill>
        <p:spPr>
          <a:xfrm>
            <a:off x="0" y="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7" name="" descr=""/>
          <p:cNvPicPr/>
          <p:nvPr/>
        </p:nvPicPr>
        <p:blipFill>
          <a:blip r:embed="rId1"/>
          <a:stretch/>
        </p:blipFill>
        <p:spPr>
          <a:xfrm>
            <a:off x="0" y="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8" name="" descr=""/>
          <p:cNvPicPr/>
          <p:nvPr/>
        </p:nvPicPr>
        <p:blipFill>
          <a:blip r:embed="rId1"/>
          <a:stretch/>
        </p:blipFill>
        <p:spPr>
          <a:xfrm>
            <a:off x="0" y="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9" name="" descr=""/>
          <p:cNvPicPr/>
          <p:nvPr/>
        </p:nvPicPr>
        <p:blipFill>
          <a:blip r:embed="rId1"/>
          <a:stretch/>
        </p:blipFill>
        <p:spPr>
          <a:xfrm>
            <a:off x="0" y="36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 descr=""/>
          <p:cNvPicPr/>
          <p:nvPr/>
        </p:nvPicPr>
        <p:blipFill>
          <a:blip r:embed="rId1"/>
          <a:stretch/>
        </p:blipFill>
        <p:spPr>
          <a:xfrm>
            <a:off x="0" y="-1764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1" name="" descr=""/>
          <p:cNvPicPr/>
          <p:nvPr/>
        </p:nvPicPr>
        <p:blipFill>
          <a:blip r:embed="rId1"/>
          <a:stretch/>
        </p:blipFill>
        <p:spPr>
          <a:xfrm>
            <a:off x="0" y="36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2" name="" descr=""/>
          <p:cNvPicPr/>
          <p:nvPr/>
        </p:nvPicPr>
        <p:blipFill>
          <a:blip r:embed="rId1"/>
          <a:stretch/>
        </p:blipFill>
        <p:spPr>
          <a:xfrm>
            <a:off x="0" y="360"/>
            <a:ext cx="12192120" cy="68576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1484280" y="685800"/>
            <a:ext cx="10018440" cy="928080"/>
          </a:xfrm>
          <a:prstGeom prst="rect">
            <a:avLst/>
          </a:prstGeom>
          <a:noFill/>
          <a:ln w="0">
            <a:noFill/>
          </a:ln>
        </p:spPr>
        <p:txBody>
          <a:bodyPr lIns="91440" rIns="91440" tIns="45720" bIns="45720" anchor="ctr">
            <a:noAutofit/>
          </a:bodyPr>
          <a:p>
            <a:pPr indent="0" algn="ctr" defTabSz="457200">
              <a:lnSpc>
                <a:spcPct val="100000"/>
              </a:lnSpc>
              <a:buNone/>
            </a:pPr>
            <a:r>
              <a:rPr b="0" lang="en-GB" sz="4000" spc="-1" strike="noStrike">
                <a:solidFill>
                  <a:schemeClr val="dk1"/>
                </a:solidFill>
                <a:latin typeface="Corbel"/>
              </a:rPr>
              <a:t>FUTURE ENHANCEMENT</a:t>
            </a:r>
            <a:endParaRPr b="0" lang="en-US" sz="4000" spc="-1" strike="noStrike">
              <a:solidFill>
                <a:schemeClr val="dk1"/>
              </a:solidFill>
              <a:latin typeface="Corbel"/>
            </a:endParaRPr>
          </a:p>
        </p:txBody>
      </p:sp>
      <p:sp>
        <p:nvSpPr>
          <p:cNvPr id="264" name="PlaceHolder 2"/>
          <p:cNvSpPr>
            <a:spLocks noGrp="1"/>
          </p:cNvSpPr>
          <p:nvPr>
            <p:ph/>
          </p:nvPr>
        </p:nvSpPr>
        <p:spPr>
          <a:xfrm>
            <a:off x="1609200" y="1968840"/>
            <a:ext cx="10018440" cy="2919960"/>
          </a:xfrm>
          <a:prstGeom prst="rect">
            <a:avLst/>
          </a:prstGeom>
          <a:noFill/>
          <a:ln w="0">
            <a:noFill/>
          </a:ln>
        </p:spPr>
        <p:txBody>
          <a:bodyPr lIns="91440" rIns="91440" tIns="45720" bIns="45720" anchor="ctr">
            <a:noAutofit/>
          </a:bodyPr>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AI &amp; Analytics Integration</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Mobile App Development</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Integration with Learning Management Systems (LMS)</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Student and Parent Portals</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Multi-Language Support</a:t>
            </a:r>
            <a:endParaRPr b="0" lang="en-US" sz="2400" spc="-1" strike="noStrike">
              <a:solidFill>
                <a:schemeClr val="dk1"/>
              </a:solidFill>
              <a:latin typeface="Corbel"/>
            </a:endParaRPr>
          </a:p>
          <a:p>
            <a:pPr indent="0" defTabSz="457200">
              <a:lnSpc>
                <a:spcPct val="100000"/>
              </a:lnSpc>
              <a:spcBef>
                <a:spcPts val="479"/>
              </a:spcBef>
              <a:spcAft>
                <a:spcPts val="601"/>
              </a:spcAft>
              <a:buNone/>
              <a:tabLst>
                <a:tab algn="l" pos="0"/>
              </a:tabLst>
            </a:pPr>
            <a:endParaRPr b="0" lang="en-US" sz="24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1484280" y="685800"/>
            <a:ext cx="10018440" cy="694800"/>
          </a:xfrm>
          <a:prstGeom prst="rect">
            <a:avLst/>
          </a:prstGeom>
          <a:noFill/>
          <a:ln w="0">
            <a:noFill/>
          </a:ln>
        </p:spPr>
        <p:txBody>
          <a:bodyPr lIns="91440" rIns="91440" tIns="45720" bIns="45720" anchor="ctr">
            <a:normAutofit/>
          </a:bodyPr>
          <a:p>
            <a:pPr indent="0" algn="ctr" defTabSz="457200">
              <a:lnSpc>
                <a:spcPct val="100000"/>
              </a:lnSpc>
              <a:buNone/>
            </a:pPr>
            <a:r>
              <a:rPr b="0" lang="en-GB" sz="4000" spc="-1" strike="noStrike">
                <a:solidFill>
                  <a:schemeClr val="dk1"/>
                </a:solidFill>
                <a:latin typeface="Corbel"/>
              </a:rPr>
              <a:t>CONCLUSION</a:t>
            </a:r>
            <a:endParaRPr b="0" lang="en-US" sz="4000" spc="-1" strike="noStrike">
              <a:solidFill>
                <a:schemeClr val="dk1"/>
              </a:solidFill>
              <a:latin typeface="Corbel"/>
            </a:endParaRPr>
          </a:p>
        </p:txBody>
      </p:sp>
      <p:sp>
        <p:nvSpPr>
          <p:cNvPr id="266" name="PlaceHolder 2"/>
          <p:cNvSpPr>
            <a:spLocks noGrp="1"/>
          </p:cNvSpPr>
          <p:nvPr>
            <p:ph/>
          </p:nvPr>
        </p:nvSpPr>
        <p:spPr>
          <a:xfrm>
            <a:off x="1484280" y="1380960"/>
            <a:ext cx="10018440" cy="4095720"/>
          </a:xfrm>
          <a:prstGeom prst="rect">
            <a:avLst/>
          </a:prstGeom>
          <a:noFill/>
          <a:ln w="0">
            <a:noFill/>
          </a:ln>
        </p:spPr>
        <p:txBody>
          <a:bodyPr lIns="91440" rIns="91440" tIns="45720" bIns="45720" anchor="ctr">
            <a:noAutofit/>
          </a:bodyPr>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	</a:t>
            </a:r>
            <a:r>
              <a:rPr b="0" lang="en-GB" sz="2400" spc="-1" strike="noStrike">
                <a:solidFill>
                  <a:schemeClr val="dk1"/>
                </a:solidFill>
                <a:latin typeface="Corbel"/>
              </a:rPr>
              <a:t>The arrival of technology and the escalating use of internet have reduced our burden of work.</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 </a:t>
            </a:r>
            <a:r>
              <a:rPr b="0" lang="en-GB" sz="2400" spc="-1" strike="noStrike">
                <a:solidFill>
                  <a:schemeClr val="dk1"/>
                </a:solidFill>
                <a:latin typeface="Corbel"/>
              </a:rPr>
              <a:t>The user can get attendance percentage, CGPA, etc. and download their subject resource anywhere and at any time.</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 </a:t>
            </a:r>
            <a:r>
              <a:rPr b="0" lang="en-GB" sz="2400" spc="-1" strike="noStrike">
                <a:solidFill>
                  <a:schemeClr val="dk1"/>
                </a:solidFill>
                <a:latin typeface="Corbel"/>
              </a:rPr>
              <a:t>In comparison with the manual system, the benefit under a computer systems considerable in saving man power, working hours and efforts. </a:t>
            </a:r>
            <a:endParaRPr b="0" lang="en-US" sz="2400" spc="-1" strike="noStrike">
              <a:solidFill>
                <a:schemeClr val="dk1"/>
              </a:solidFill>
              <a:latin typeface="Corbe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1484280" y="685800"/>
            <a:ext cx="10018440" cy="937440"/>
          </a:xfrm>
          <a:prstGeom prst="rect">
            <a:avLst/>
          </a:prstGeom>
          <a:noFill/>
          <a:ln w="0">
            <a:noFill/>
          </a:ln>
        </p:spPr>
        <p:txBody>
          <a:bodyPr lIns="91440" rIns="91440" tIns="45720" bIns="45720" anchor="ctr">
            <a:noAutofit/>
          </a:bodyPr>
          <a:p>
            <a:pPr indent="0" defTabSz="457200">
              <a:lnSpc>
                <a:spcPct val="100000"/>
              </a:lnSpc>
              <a:buNone/>
            </a:pPr>
            <a:r>
              <a:rPr b="0" lang="en-GB" sz="4000" spc="-1" strike="noStrike">
                <a:solidFill>
                  <a:schemeClr val="dk1"/>
                </a:solidFill>
                <a:latin typeface="Corbel"/>
              </a:rPr>
              <a:t>BY:</a:t>
            </a:r>
            <a:endParaRPr b="0" lang="en-US" sz="4000" spc="-1" strike="noStrike">
              <a:solidFill>
                <a:schemeClr val="dk1"/>
              </a:solidFill>
              <a:latin typeface="Corbel"/>
            </a:endParaRPr>
          </a:p>
        </p:txBody>
      </p:sp>
      <p:sp>
        <p:nvSpPr>
          <p:cNvPr id="268" name="PlaceHolder 2"/>
          <p:cNvSpPr>
            <a:spLocks noGrp="1"/>
          </p:cNvSpPr>
          <p:nvPr>
            <p:ph/>
          </p:nvPr>
        </p:nvSpPr>
        <p:spPr>
          <a:xfrm>
            <a:off x="1996920" y="685800"/>
            <a:ext cx="9505800" cy="4137840"/>
          </a:xfrm>
          <a:prstGeom prst="rect">
            <a:avLst/>
          </a:prstGeom>
          <a:noFill/>
          <a:ln w="0">
            <a:noFill/>
          </a:ln>
        </p:spPr>
        <p:txBody>
          <a:bodyPr lIns="91440" rIns="91440" tIns="45720" bIns="45720" anchor="ctr">
            <a:noAutofit/>
          </a:bodyPr>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G.SUMAN</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D SHIJIN KUMAR </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JAFFIN DURAI</a:t>
            </a:r>
            <a:endParaRPr b="0" lang="en-US" sz="2400" spc="-1" strike="noStrike">
              <a:solidFill>
                <a:schemeClr val="dk1"/>
              </a:solidFill>
              <a:latin typeface="Corbel"/>
            </a:endParaRPr>
          </a:p>
          <a:p>
            <a:pPr marL="285840" indent="-285840" defTabSz="457200">
              <a:lnSpc>
                <a:spcPct val="100000"/>
              </a:lnSpc>
              <a:spcBef>
                <a:spcPts val="479"/>
              </a:spcBef>
              <a:spcAft>
                <a:spcPts val="601"/>
              </a:spcAft>
              <a:buClr>
                <a:srgbClr val="1287c3"/>
              </a:buClr>
              <a:buSzPct val="145000"/>
              <a:buFont typeface="Arial"/>
              <a:buChar char="•"/>
            </a:pPr>
            <a:r>
              <a:rPr b="0" lang="en-GB" sz="2400" spc="-1" strike="noStrike">
                <a:solidFill>
                  <a:schemeClr val="dk1"/>
                </a:solidFill>
                <a:latin typeface="Corbel"/>
              </a:rPr>
              <a:t>VISHNU</a:t>
            </a:r>
            <a:endParaRPr b="0" lang="en-US" sz="2400" spc="-1" strike="noStrike">
              <a:solidFill>
                <a:schemeClr val="dk1"/>
              </a:solidFill>
              <a:latin typeface="Corbel"/>
            </a:endParaRPr>
          </a:p>
        </p:txBody>
      </p:sp>
      <p:sp>
        <p:nvSpPr>
          <p:cNvPr id="269" name="TextBox 3"/>
          <p:cNvSpPr/>
          <p:nvPr/>
        </p:nvSpPr>
        <p:spPr>
          <a:xfrm>
            <a:off x="1484280" y="4310640"/>
            <a:ext cx="1043064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GB" sz="1800" spc="-1" strike="noStrike">
                <a:solidFill>
                  <a:schemeClr val="dk1"/>
                </a:solidFill>
                <a:latin typeface="Corbel"/>
              </a:rPr>
              <a:t>UI&amp;UX: </a:t>
            </a:r>
            <a:r>
              <a:rPr b="0" lang="en-GB" sz="1800" spc="-1" strike="noStrike" u="sng">
                <a:solidFill>
                  <a:schemeClr val="dk1"/>
                </a:solidFill>
                <a:uFillTx/>
                <a:latin typeface="Corbel"/>
                <a:hlinkClick r:id="rId1"/>
              </a:rPr>
              <a:t>https://www.figma.com/community/file/1467196201248983459</a:t>
            </a:r>
            <a:endParaRPr b="0" lang="en-IN" sz="1800" spc="-1" strike="noStrike">
              <a:solidFill>
                <a:srgbClr val="000000"/>
              </a:solidFill>
              <a:latin typeface="Arial"/>
            </a:endParaRPr>
          </a:p>
        </p:txBody>
      </p:sp>
      <p:sp>
        <p:nvSpPr>
          <p:cNvPr id="270" name=""/>
          <p:cNvSpPr txBox="1"/>
          <p:nvPr/>
        </p:nvSpPr>
        <p:spPr>
          <a:xfrm>
            <a:off x="1456920" y="4860000"/>
            <a:ext cx="9523080" cy="356040"/>
          </a:xfrm>
          <a:prstGeom prst="rect">
            <a:avLst/>
          </a:prstGeom>
          <a:noFill/>
          <a:ln w="0">
            <a:noFill/>
          </a:ln>
        </p:spPr>
        <p:txBody>
          <a:bodyPr lIns="90000" rIns="90000" tIns="45000" bIns="45000" anchor="t">
            <a:noAutofit/>
          </a:bodyPr>
          <a:p>
            <a:r>
              <a:rPr b="0" lang="en-GB" sz="1800" spc="-1" strike="noStrike">
                <a:solidFill>
                  <a:schemeClr val="dk1"/>
                </a:solidFill>
                <a:latin typeface="Corbel"/>
              </a:rPr>
              <a:t>GitHub Repository: </a:t>
            </a:r>
            <a:r>
              <a:rPr b="0" lang="en-GB" sz="1800" spc="-1" strike="noStrike" u="sng">
                <a:solidFill>
                  <a:schemeClr val="dk1"/>
                </a:solidFill>
                <a:uFillTx/>
                <a:latin typeface="Corbel"/>
                <a:hlinkClick r:id="rId2"/>
              </a:rPr>
              <a:t>https://github.com/SumanAdithan/student-information-system</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_rels/theme3.xml.rels><?xml version="1.0" encoding="UTF-8"?>
<Relationships xmlns="http://schemas.openxmlformats.org/package/2006/relationships"><Relationship Id="rId1" Type="http://schemas.openxmlformats.org/officeDocument/2006/relationships/image" Target="../media/image1.jpeg"/>
</Relationships>
</file>

<file path=ppt/theme/_rels/theme4.xml.rels><?xml version="1.0" encoding="UTF-8"?>
<Relationships xmlns="http://schemas.openxmlformats.org/package/2006/relationships"><Relationship Id="rId1" Type="http://schemas.openxmlformats.org/officeDocument/2006/relationships/image" Target="../media/image1.jpeg"/>
</Relationships>
</file>

<file path=ppt/theme/_rels/theme5.xml.rels><?xml version="1.0" encoding="UTF-8"?>
<Relationships xmlns="http://schemas.openxmlformats.org/package/2006/relationships"><Relationship Id="rId1" Type="http://schemas.openxmlformats.org/officeDocument/2006/relationships/image" Target="../media/image1.jpeg"/>
</Relationships>
</file>

<file path=ppt/theme/_rels/theme6.xml.rels><?xml version="1.0" encoding="UTF-8"?>
<Relationships xmlns="http://schemas.openxmlformats.org/package/2006/relationships"><Relationship Id="rId1" Type="http://schemas.openxmlformats.org/officeDocument/2006/relationships/image" Target="../media/image1.jpeg"/>
</Relationships>
</file>

<file path=ppt/theme/_rels/theme7.xml.rels><?xml version="1.0" encoding="UTF-8"?>
<Relationships xmlns="http://schemas.openxmlformats.org/package/2006/relationships"><Relationship Id="rId1" Type="http://schemas.openxmlformats.org/officeDocument/2006/relationships/image" Target="../media/image1.jpeg"/>
</Relationships>
</file>

<file path=ppt/theme/_rels/theme8.xml.rels><?xml version="1.0" encoding="UTF-8"?>
<Relationships xmlns="http://schemas.openxmlformats.org/package/2006/relationships"><Relationship Id="rId1" Type="http://schemas.openxmlformats.org/officeDocument/2006/relationships/image" Target="../media/image1.jpeg"/>
</Relationships>
</file>

<file path=ppt/theme/_rels/theme9.xml.rels><?xml version="1.0" encoding="UTF-8"?>
<Relationships xmlns="http://schemas.openxmlformats.org/package/2006/relationships"><Relationship Id="rId1" Type="http://schemas.openxmlformats.org/officeDocument/2006/relationships/image" Target="../media/image1.jpeg"/>
</Relationships>
</file>

<file path=ppt/theme/_rels/theme10.xml.rels><?xml version="1.0" encoding="UTF-8"?>
<Relationships xmlns="http://schemas.openxmlformats.org/package/2006/relationships"><Relationship Id="rId1" Type="http://schemas.openxmlformats.org/officeDocument/2006/relationships/image" Target="../media/image1.jpeg"/>
</Relationships>
</file>

<file path=ppt/theme/_rels/theme11.xml.rels><?xml version="1.0" encoding="UTF-8"?>
<Relationships xmlns="http://schemas.openxmlformats.org/package/2006/relationships"><Relationship Id="rId1" Type="http://schemas.openxmlformats.org/officeDocument/2006/relationships/image" Target="../media/image1.jpeg"/>
</Relationships>
</file>

<file path=ppt/theme/_rels/theme12.xml.rels><?xml version="1.0" encoding="UTF-8"?>
<Relationships xmlns="http://schemas.openxmlformats.org/package/2006/relationships"><Relationship Id="rId1" Type="http://schemas.openxmlformats.org/officeDocument/2006/relationships/image" Target="../media/image1.jpeg"/>
</Relationships>
</file>

<file path=ppt/theme/_rels/theme13.xml.rels><?xml version="1.0" encoding="UTF-8"?>
<Relationships xmlns="http://schemas.openxmlformats.org/package/2006/relationships"><Relationship Id="rId1" Type="http://schemas.openxmlformats.org/officeDocument/2006/relationships/image" Target="../media/image1.jpeg"/>
</Relationships>
</file>

<file path=ppt/theme/_rels/theme14.xml.rels><?xml version="1.0" encoding="UTF-8"?>
<Relationships xmlns="http://schemas.openxmlformats.org/package/2006/relationships"><Relationship Id="rId1" Type="http://schemas.openxmlformats.org/officeDocument/2006/relationships/image" Target="../media/image1.jpeg"/>
</Relationships>
</file>

<file path=ppt/theme/_rels/theme15.xml.rels><?xml version="1.0" encoding="UTF-8"?>
<Relationships xmlns="http://schemas.openxmlformats.org/package/2006/relationships"><Relationship Id="rId1" Type="http://schemas.openxmlformats.org/officeDocument/2006/relationships/image" Target="../media/image1.jpeg"/>
</Relationships>
</file>

<file path=ppt/theme/_rels/theme16.xml.rels><?xml version="1.0" encoding="UTF-8"?>
<Relationships xmlns="http://schemas.openxmlformats.org/package/2006/relationships"><Relationship Id="rId1" Type="http://schemas.openxmlformats.org/officeDocument/2006/relationships/image" Target="../media/image1.jpeg"/>
</Relationships>
</file>

<file path=ppt/theme/_rels/theme17.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4.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5.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6.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7.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8.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9.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0.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4.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5.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6.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ppt/theme/theme17.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gradFill>
          <a:gsLst>
            <a:gs pos="0">
              <a:schemeClr val="phClr">
                <a:tint val="60000"/>
                <a:lumMod val="104000"/>
              </a:schemeClr>
            </a:gs>
            <a:gs pos="100000">
              <a:schemeClr val="phClr">
                <a:tint val="84000"/>
              </a:schemeClr>
            </a:gs>
          </a:gsLst>
          <a:lin ang="5400000" scaled="0"/>
          <a:tileRect l="0" t="0" r="0" b="0"/>
        </a:gradFill>
        <a:gradFill>
          <a:gsLst>
            <a:gs pos="0">
              <a:schemeClr val="phClr">
                <a:tint val="96000"/>
                <a:lumMod val="102000"/>
              </a:schemeClr>
            </a:gs>
            <a:gs pos="100000">
              <a:schemeClr val="phClr">
                <a:shade val="88000"/>
                <a:lumMod val="94000"/>
              </a:schemeClr>
            </a:gs>
          </a:gsLst>
          <a:path path="circle">
            <a:fillToRect l="50000" t="100000" r="100000" b="50000"/>
          </a:path>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100000">
              <a:schemeClr val="phClr">
                <a:shade val="64000"/>
                <a:lumMod val="98000"/>
              </a:schemeClr>
            </a:gs>
          </a:gsLst>
          <a:lin ang="5400000" scaled="0"/>
          <a:tileRect l="0" t="0" r="0" b="0"/>
        </a:gradFill>
        <a:blipFill rotWithShape="1">
          <a:blip r:embed="rId1"/>
          <a:srcRect l="0" t="0" r="0" b="0"/>
          <a:stretch>
            <a:fillRect l="0" t="0" r="0" b="0"/>
          </a:stretch>
        </a:blipFill>
      </a:bgFillStyleLst>
    </a:fmtScheme>
  </a:themeElements>
</a:theme>
</file>

<file path=docProps/app.xml><?xml version="1.0" encoding="utf-8"?>
<Properties xmlns="http://schemas.openxmlformats.org/officeDocument/2006/extended-properties" xmlns:vt="http://schemas.openxmlformats.org/officeDocument/2006/docPropsVTypes">
  <Template>Parallax</Template>
  <TotalTime>109</TotalTime>
  <Application>LibreOffice/24.2.7.2$Linux_X86_64 LibreOffice_project/420$Build-2</Application>
  <AppVersion>15.0000</AppVersion>
  <Words>481</Words>
  <Paragraphs>66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2024-05-08T17:11:44Z</dcterms:created>
  <dc:creator>Suman G</dc:creator>
  <dc:description/>
  <dc:language>en-IN</dc:language>
  <cp:lastModifiedBy/>
  <dcterms:modified xsi:type="dcterms:W3CDTF">2025-04-20T19:30:01Z</dcterms:modified>
  <cp:revision>31</cp:revision>
  <dc:subject/>
  <dc:title>STUDENT INFORMATION SYSTEM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22</vt:i4>
  </property>
</Properties>
</file>